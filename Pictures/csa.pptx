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2F127-B4CA-429E-8578-5EBA635C8BA6}" v="9" dt="2025-11-24T08:40:32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l Campbell" userId="0c68e68e-714c-4571-8b4e-7246b46ba3fc" providerId="ADAL" clId="{9ECE9524-8A2C-456E-BC9E-5009EA46B350}"/>
    <pc:docChg chg="undo custSel addSld delSld modSld">
      <pc:chgData name="Neill Campbell" userId="0c68e68e-714c-4571-8b4e-7246b46ba3fc" providerId="ADAL" clId="{9ECE9524-8A2C-456E-BC9E-5009EA46B350}" dt="2025-11-25T07:47:34.178" v="156" actId="478"/>
      <pc:docMkLst>
        <pc:docMk/>
      </pc:docMkLst>
      <pc:sldChg chg="del">
        <pc:chgData name="Neill Campbell" userId="0c68e68e-714c-4571-8b4e-7246b46ba3fc" providerId="ADAL" clId="{9ECE9524-8A2C-456E-BC9E-5009EA46B350}" dt="2025-11-24T08:14:25.533" v="4" actId="47"/>
        <pc:sldMkLst>
          <pc:docMk/>
          <pc:sldMk cId="3603508021" sldId="256"/>
        </pc:sldMkLst>
      </pc:sldChg>
      <pc:sldChg chg="addSp modSp del mod">
        <pc:chgData name="Neill Campbell" userId="0c68e68e-714c-4571-8b4e-7246b46ba3fc" providerId="ADAL" clId="{9ECE9524-8A2C-456E-BC9E-5009EA46B350}" dt="2025-11-24T08:41:50.034" v="143" actId="47"/>
        <pc:sldMkLst>
          <pc:docMk/>
          <pc:sldMk cId="3630180020" sldId="257"/>
        </pc:sldMkLst>
        <pc:spChg chg="mod">
          <ac:chgData name="Neill Campbell" userId="0c68e68e-714c-4571-8b4e-7246b46ba3fc" providerId="ADAL" clId="{9ECE9524-8A2C-456E-BC9E-5009EA46B350}" dt="2025-11-24T08:14:03.295" v="3" actId="1076"/>
          <ac:spMkLst>
            <pc:docMk/>
            <pc:sldMk cId="3630180020" sldId="257"/>
            <ac:spMk id="94" creationId="{0BEA27B2-E42C-0D15-DF9D-00F346E88ECE}"/>
          </ac:spMkLst>
        </pc:spChg>
        <pc:spChg chg="add mod">
          <ac:chgData name="Neill Campbell" userId="0c68e68e-714c-4571-8b4e-7246b46ba3fc" providerId="ADAL" clId="{9ECE9524-8A2C-456E-BC9E-5009EA46B350}" dt="2025-11-24T08:13:47.918" v="2" actId="14100"/>
          <ac:spMkLst>
            <pc:docMk/>
            <pc:sldMk cId="3630180020" sldId="257"/>
            <ac:spMk id="97" creationId="{CE2D19EF-FB5D-BB45-E0BF-B0FC4B0D4C36}"/>
          </ac:spMkLst>
        </pc:spChg>
      </pc:sldChg>
      <pc:sldChg chg="del">
        <pc:chgData name="Neill Campbell" userId="0c68e68e-714c-4571-8b4e-7246b46ba3fc" providerId="ADAL" clId="{9ECE9524-8A2C-456E-BC9E-5009EA46B350}" dt="2025-11-24T08:14:26.766" v="5" actId="47"/>
        <pc:sldMkLst>
          <pc:docMk/>
          <pc:sldMk cId="3388442910" sldId="258"/>
        </pc:sldMkLst>
      </pc:sldChg>
      <pc:sldChg chg="addSp delSp modSp add mod">
        <pc:chgData name="Neill Campbell" userId="0c68e68e-714c-4571-8b4e-7246b46ba3fc" providerId="ADAL" clId="{9ECE9524-8A2C-456E-BC9E-5009EA46B350}" dt="2025-11-25T07:47:34.178" v="156" actId="478"/>
        <pc:sldMkLst>
          <pc:docMk/>
          <pc:sldMk cId="3907613121" sldId="258"/>
        </pc:sldMkLst>
        <pc:spChg chg="mod">
          <ac:chgData name="Neill Campbell" userId="0c68e68e-714c-4571-8b4e-7246b46ba3fc" providerId="ADAL" clId="{9ECE9524-8A2C-456E-BC9E-5009EA46B350}" dt="2025-11-24T08:14:47.816" v="9" actId="1076"/>
          <ac:spMkLst>
            <pc:docMk/>
            <pc:sldMk cId="3907613121" sldId="258"/>
            <ac:spMk id="2" creationId="{41C37882-B103-F5EA-EFCA-33FE126D6CFC}"/>
          </ac:spMkLst>
        </pc:spChg>
        <pc:spChg chg="mod">
          <ac:chgData name="Neill Campbell" userId="0c68e68e-714c-4571-8b4e-7246b46ba3fc" providerId="ADAL" clId="{9ECE9524-8A2C-456E-BC9E-5009EA46B350}" dt="2025-11-24T08:14:47.816" v="9" actId="1076"/>
          <ac:spMkLst>
            <pc:docMk/>
            <pc:sldMk cId="3907613121" sldId="258"/>
            <ac:spMk id="4" creationId="{E5478CC2-EC0C-F0B1-B118-02DECC298F87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8" creationId="{D86A590F-4D09-8808-E56D-77A5EDCD3629}"/>
          </ac:spMkLst>
        </pc:spChg>
        <pc:spChg chg="mod">
          <ac:chgData name="Neill Campbell" userId="0c68e68e-714c-4571-8b4e-7246b46ba3fc" providerId="ADAL" clId="{9ECE9524-8A2C-456E-BC9E-5009EA46B350}" dt="2025-11-24T08:14:40.402" v="8"/>
          <ac:spMkLst>
            <pc:docMk/>
            <pc:sldMk cId="3907613121" sldId="258"/>
            <ac:spMk id="10" creationId="{992F3386-21A5-C267-0222-53B5E40E63E0}"/>
          </ac:spMkLst>
        </pc:spChg>
        <pc:spChg chg="mod">
          <ac:chgData name="Neill Campbell" userId="0c68e68e-714c-4571-8b4e-7246b46ba3fc" providerId="ADAL" clId="{9ECE9524-8A2C-456E-BC9E-5009EA46B350}" dt="2025-11-24T08:16:06.189" v="37" actId="1076"/>
          <ac:spMkLst>
            <pc:docMk/>
            <pc:sldMk cId="3907613121" sldId="258"/>
            <ac:spMk id="11" creationId="{F088D6CB-DDA1-8960-1429-569E24B3505C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14" creationId="{5CC50176-CADB-1F61-2637-D10B73E06139}"/>
          </ac:spMkLst>
        </pc:spChg>
        <pc:spChg chg="mod">
          <ac:chgData name="Neill Campbell" userId="0c68e68e-714c-4571-8b4e-7246b46ba3fc" providerId="ADAL" clId="{9ECE9524-8A2C-456E-BC9E-5009EA46B350}" dt="2025-11-24T08:14:40.402" v="8"/>
          <ac:spMkLst>
            <pc:docMk/>
            <pc:sldMk cId="3907613121" sldId="258"/>
            <ac:spMk id="18" creationId="{03995771-1647-361F-2EB9-EDD6D7128AF8}"/>
          </ac:spMkLst>
        </pc:spChg>
        <pc:spChg chg="mod">
          <ac:chgData name="Neill Campbell" userId="0c68e68e-714c-4571-8b4e-7246b46ba3fc" providerId="ADAL" clId="{9ECE9524-8A2C-456E-BC9E-5009EA46B350}" dt="2025-11-24T08:14:40.402" v="8"/>
          <ac:spMkLst>
            <pc:docMk/>
            <pc:sldMk cId="3907613121" sldId="258"/>
            <ac:spMk id="23" creationId="{E54C0E70-7444-2FC3-F46A-504926D3C153}"/>
          </ac:spMkLst>
        </pc:spChg>
        <pc:spChg chg="mod">
          <ac:chgData name="Neill Campbell" userId="0c68e68e-714c-4571-8b4e-7246b46ba3fc" providerId="ADAL" clId="{9ECE9524-8A2C-456E-BC9E-5009EA46B350}" dt="2025-11-24T08:16:25.538" v="38" actId="20577"/>
          <ac:spMkLst>
            <pc:docMk/>
            <pc:sldMk cId="3907613121" sldId="258"/>
            <ac:spMk id="24" creationId="{E0CF80F2-2A7B-0DAC-84E9-37F568F52BD3}"/>
          </ac:spMkLst>
        </pc:spChg>
        <pc:spChg chg="mod">
          <ac:chgData name="Neill Campbell" userId="0c68e68e-714c-4571-8b4e-7246b46ba3fc" providerId="ADAL" clId="{9ECE9524-8A2C-456E-BC9E-5009EA46B350}" dt="2025-11-24T08:14:40.402" v="8"/>
          <ac:spMkLst>
            <pc:docMk/>
            <pc:sldMk cId="3907613121" sldId="258"/>
            <ac:spMk id="26" creationId="{D615DF6C-1EE5-44BE-ECF6-E24342AE99E8}"/>
          </ac:spMkLst>
        </pc:spChg>
        <pc:spChg chg="mod">
          <ac:chgData name="Neill Campbell" userId="0c68e68e-714c-4571-8b4e-7246b46ba3fc" providerId="ADAL" clId="{9ECE9524-8A2C-456E-BC9E-5009EA46B350}" dt="2025-11-24T08:16:32.169" v="40" actId="20577"/>
          <ac:spMkLst>
            <pc:docMk/>
            <pc:sldMk cId="3907613121" sldId="258"/>
            <ac:spMk id="27" creationId="{F70849A4-599D-1FB5-7A5B-3886091CEDA9}"/>
          </ac:spMkLst>
        </pc:spChg>
        <pc:spChg chg="mod">
          <ac:chgData name="Neill Campbell" userId="0c68e68e-714c-4571-8b4e-7246b46ba3fc" providerId="ADAL" clId="{9ECE9524-8A2C-456E-BC9E-5009EA46B350}" dt="2025-11-24T08:16:27.759" v="39" actId="20577"/>
          <ac:spMkLst>
            <pc:docMk/>
            <pc:sldMk cId="3907613121" sldId="258"/>
            <ac:spMk id="31" creationId="{7C5D264E-5631-62DA-69C3-8082D51504AE}"/>
          </ac:spMkLst>
        </pc:spChg>
        <pc:spChg chg="mod">
          <ac:chgData name="Neill Campbell" userId="0c68e68e-714c-4571-8b4e-7246b46ba3fc" providerId="ADAL" clId="{9ECE9524-8A2C-456E-BC9E-5009EA46B350}" dt="2025-11-24T08:14:40.402" v="8"/>
          <ac:spMkLst>
            <pc:docMk/>
            <pc:sldMk cId="3907613121" sldId="258"/>
            <ac:spMk id="34" creationId="{6D85204A-94D6-112B-50AD-3017B8A326DB}"/>
          </ac:spMkLst>
        </pc:spChg>
        <pc:spChg chg="mod">
          <ac:chgData name="Neill Campbell" userId="0c68e68e-714c-4571-8b4e-7246b46ba3fc" providerId="ADAL" clId="{9ECE9524-8A2C-456E-BC9E-5009EA46B350}" dt="2025-11-24T08:14:40.402" v="8"/>
          <ac:spMkLst>
            <pc:docMk/>
            <pc:sldMk cId="3907613121" sldId="258"/>
            <ac:spMk id="36" creationId="{6BA38FBE-5537-2085-3CAC-E68E0585B189}"/>
          </ac:spMkLst>
        </pc:spChg>
        <pc:spChg chg="mod">
          <ac:chgData name="Neill Campbell" userId="0c68e68e-714c-4571-8b4e-7246b46ba3fc" providerId="ADAL" clId="{9ECE9524-8A2C-456E-BC9E-5009EA46B350}" dt="2025-11-24T08:15:52.615" v="34" actId="6549"/>
          <ac:spMkLst>
            <pc:docMk/>
            <pc:sldMk cId="3907613121" sldId="258"/>
            <ac:spMk id="37" creationId="{757DA20D-70D5-B5F4-DC94-2D07133BDD6C}"/>
          </ac:spMkLst>
        </pc:spChg>
        <pc:spChg chg="add del mod">
          <ac:chgData name="Neill Campbell" userId="0c68e68e-714c-4571-8b4e-7246b46ba3fc" providerId="ADAL" clId="{9ECE9524-8A2C-456E-BC9E-5009EA46B350}" dt="2025-11-24T08:15:03.245" v="18"/>
          <ac:spMkLst>
            <pc:docMk/>
            <pc:sldMk cId="3907613121" sldId="258"/>
            <ac:spMk id="38" creationId="{9AC9EC50-CD49-19C4-069B-330625D787E9}"/>
          </ac:spMkLst>
        </pc:spChg>
        <pc:spChg chg="del mod">
          <ac:chgData name="Neill Campbell" userId="0c68e68e-714c-4571-8b4e-7246b46ba3fc" providerId="ADAL" clId="{9ECE9524-8A2C-456E-BC9E-5009EA46B350}" dt="2025-11-25T07:47:31.976" v="155" actId="478"/>
          <ac:spMkLst>
            <pc:docMk/>
            <pc:sldMk cId="3907613121" sldId="258"/>
            <ac:spMk id="40" creationId="{D0A8B490-E3EF-6884-CC78-DB1A1FC43F29}"/>
          </ac:spMkLst>
        </pc:spChg>
        <pc:spChg chg="add del mod">
          <ac:chgData name="Neill Campbell" userId="0c68e68e-714c-4571-8b4e-7246b46ba3fc" providerId="ADAL" clId="{9ECE9524-8A2C-456E-BC9E-5009EA46B350}" dt="2025-11-25T07:47:34.178" v="156" actId="478"/>
          <ac:spMkLst>
            <pc:docMk/>
            <pc:sldMk cId="3907613121" sldId="258"/>
            <ac:spMk id="41" creationId="{973299AC-FD7D-C054-604B-E1620FB6D595}"/>
          </ac:spMkLst>
        </pc:spChg>
        <pc:spChg chg="mod">
          <ac:chgData name="Neill Campbell" userId="0c68e68e-714c-4571-8b4e-7246b46ba3fc" providerId="ADAL" clId="{9ECE9524-8A2C-456E-BC9E-5009EA46B350}" dt="2025-11-24T08:15:41.043" v="31" actId="1076"/>
          <ac:spMkLst>
            <pc:docMk/>
            <pc:sldMk cId="3907613121" sldId="258"/>
            <ac:spMk id="45" creationId="{9BFFDD45-AB7D-DB92-5CC3-1EFC51A1DB24}"/>
          </ac:spMkLst>
        </pc:spChg>
        <pc:spChg chg="add del mod">
          <ac:chgData name="Neill Campbell" userId="0c68e68e-714c-4571-8b4e-7246b46ba3fc" providerId="ADAL" clId="{9ECE9524-8A2C-456E-BC9E-5009EA46B350}" dt="2025-11-24T08:15:03.245" v="16"/>
          <ac:spMkLst>
            <pc:docMk/>
            <pc:sldMk cId="3907613121" sldId="258"/>
            <ac:spMk id="46" creationId="{DA0B6E5B-7966-AC8E-A069-0C04F036E02A}"/>
          </ac:spMkLst>
        </pc:spChg>
        <pc:spChg chg="mod">
          <ac:chgData name="Neill Campbell" userId="0c68e68e-714c-4571-8b4e-7246b46ba3fc" providerId="ADAL" clId="{9ECE9524-8A2C-456E-BC9E-5009EA46B350}" dt="2025-11-24T08:16:53.510" v="51" actId="20577"/>
          <ac:spMkLst>
            <pc:docMk/>
            <pc:sldMk cId="3907613121" sldId="258"/>
            <ac:spMk id="47" creationId="{C1013DC2-A97B-F199-81B6-72DFC15F68D5}"/>
          </ac:spMkLst>
        </pc:spChg>
        <pc:spChg chg="del mod">
          <ac:chgData name="Neill Campbell" userId="0c68e68e-714c-4571-8b4e-7246b46ba3fc" providerId="ADAL" clId="{9ECE9524-8A2C-456E-BC9E-5009EA46B350}" dt="2025-11-24T08:15:34.665" v="30"/>
          <ac:spMkLst>
            <pc:docMk/>
            <pc:sldMk cId="3907613121" sldId="258"/>
            <ac:spMk id="76" creationId="{71E89205-528B-AE04-6F84-FC457E606D81}"/>
          </ac:spMkLst>
        </pc:spChg>
        <pc:spChg chg="mod">
          <ac:chgData name="Neill Campbell" userId="0c68e68e-714c-4571-8b4e-7246b46ba3fc" providerId="ADAL" clId="{9ECE9524-8A2C-456E-BC9E-5009EA46B350}" dt="2025-11-25T07:46:25.573" v="145" actId="20577"/>
          <ac:spMkLst>
            <pc:docMk/>
            <pc:sldMk cId="3907613121" sldId="258"/>
            <ac:spMk id="77" creationId="{5025BF37-83CF-D3F7-351D-C760670F786D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78" creationId="{36201D45-3B0B-7E86-9B11-84BFB8E57E08}"/>
          </ac:spMkLst>
        </pc:spChg>
        <pc:spChg chg="del mod">
          <ac:chgData name="Neill Campbell" userId="0c68e68e-714c-4571-8b4e-7246b46ba3fc" providerId="ADAL" clId="{9ECE9524-8A2C-456E-BC9E-5009EA46B350}" dt="2025-11-24T08:15:34.665" v="28"/>
          <ac:spMkLst>
            <pc:docMk/>
            <pc:sldMk cId="3907613121" sldId="258"/>
            <ac:spMk id="79" creationId="{121A125D-0BE0-805B-24D1-B8B4DEF5F944}"/>
          </ac:spMkLst>
        </pc:spChg>
        <pc:spChg chg="mod">
          <ac:chgData name="Neill Campbell" userId="0c68e68e-714c-4571-8b4e-7246b46ba3fc" providerId="ADAL" clId="{9ECE9524-8A2C-456E-BC9E-5009EA46B350}" dt="2025-11-24T08:14:47.816" v="9" actId="1076"/>
          <ac:spMkLst>
            <pc:docMk/>
            <pc:sldMk cId="3907613121" sldId="258"/>
            <ac:spMk id="80" creationId="{DEF808DE-FA59-A2C7-AF59-AF29A1DD1E12}"/>
          </ac:spMkLst>
        </pc:spChg>
        <pc:spChg chg="add mod">
          <ac:chgData name="Neill Campbell" userId="0c68e68e-714c-4571-8b4e-7246b46ba3fc" providerId="ADAL" clId="{9ECE9524-8A2C-456E-BC9E-5009EA46B350}" dt="2025-11-24T08:40:00.014" v="118" actId="1076"/>
          <ac:spMkLst>
            <pc:docMk/>
            <pc:sldMk cId="3907613121" sldId="258"/>
            <ac:spMk id="81" creationId="{C3ADD710-F5BD-241D-1919-22FE7BA30DC6}"/>
          </ac:spMkLst>
        </pc:spChg>
        <pc:spChg chg="mod">
          <ac:chgData name="Neill Campbell" userId="0c68e68e-714c-4571-8b4e-7246b46ba3fc" providerId="ADAL" clId="{9ECE9524-8A2C-456E-BC9E-5009EA46B350}" dt="2025-11-24T08:37:14.301" v="52"/>
          <ac:spMkLst>
            <pc:docMk/>
            <pc:sldMk cId="3907613121" sldId="258"/>
            <ac:spMk id="84" creationId="{0D98E91A-AD0B-E025-28D7-914D0184079F}"/>
          </ac:spMkLst>
        </pc:spChg>
        <pc:spChg chg="mod">
          <ac:chgData name="Neill Campbell" userId="0c68e68e-714c-4571-8b4e-7246b46ba3fc" providerId="ADAL" clId="{9ECE9524-8A2C-456E-BC9E-5009EA46B350}" dt="2025-11-24T08:37:14.301" v="52"/>
          <ac:spMkLst>
            <pc:docMk/>
            <pc:sldMk cId="3907613121" sldId="258"/>
            <ac:spMk id="85" creationId="{8497AEF4-F63F-ECAB-FE95-7661830DDA44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87" creationId="{AC8CF03D-561A-B778-0070-5C0910C7136F}"/>
          </ac:spMkLst>
        </pc:spChg>
        <pc:spChg chg="mod">
          <ac:chgData name="Neill Campbell" userId="0c68e68e-714c-4571-8b4e-7246b46ba3fc" providerId="ADAL" clId="{9ECE9524-8A2C-456E-BC9E-5009EA46B350}" dt="2025-11-24T08:37:14.301" v="52"/>
          <ac:spMkLst>
            <pc:docMk/>
            <pc:sldMk cId="3907613121" sldId="258"/>
            <ac:spMk id="91" creationId="{3A9BC4A0-D319-0BAD-C22E-1CD5C65FA9B3}"/>
          </ac:spMkLst>
        </pc:spChg>
        <pc:spChg chg="mod">
          <ac:chgData name="Neill Campbell" userId="0c68e68e-714c-4571-8b4e-7246b46ba3fc" providerId="ADAL" clId="{9ECE9524-8A2C-456E-BC9E-5009EA46B350}" dt="2025-11-24T08:37:14.301" v="52"/>
          <ac:spMkLst>
            <pc:docMk/>
            <pc:sldMk cId="3907613121" sldId="258"/>
            <ac:spMk id="92" creationId="{05BF2D3A-4B2E-1AF9-F4CF-28F82FF6C7E1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93" creationId="{F38B1F5E-A0EF-89A8-E37A-93C39E805CED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94" creationId="{FF5A6E0C-ADAE-19DB-6865-5BE54E8A68CD}"/>
          </ac:spMkLst>
        </pc:spChg>
        <pc:spChg chg="mod">
          <ac:chgData name="Neill Campbell" userId="0c68e68e-714c-4571-8b4e-7246b46ba3fc" providerId="ADAL" clId="{9ECE9524-8A2C-456E-BC9E-5009EA46B350}" dt="2025-11-24T08:37:31.010" v="58" actId="1076"/>
          <ac:spMkLst>
            <pc:docMk/>
            <pc:sldMk cId="3907613121" sldId="258"/>
            <ac:spMk id="95" creationId="{3BFDD25D-FB8D-2855-128B-7845D874E3C2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96" creationId="{1E6F8095-B7C7-0070-F0D1-82BD1267A401}"/>
          </ac:spMkLst>
        </pc:spChg>
        <pc:spChg chg="mod">
          <ac:chgData name="Neill Campbell" userId="0c68e68e-714c-4571-8b4e-7246b46ba3fc" providerId="ADAL" clId="{9ECE9524-8A2C-456E-BC9E-5009EA46B350}" dt="2025-11-24T08:14:37.992" v="7" actId="1076"/>
          <ac:spMkLst>
            <pc:docMk/>
            <pc:sldMk cId="3907613121" sldId="258"/>
            <ac:spMk id="97" creationId="{1EAB0A7A-C7D5-F340-2B52-D60B42EB206F}"/>
          </ac:spMkLst>
        </pc:spChg>
        <pc:spChg chg="add mod">
          <ac:chgData name="Neill Campbell" userId="0c68e68e-714c-4571-8b4e-7246b46ba3fc" providerId="ADAL" clId="{9ECE9524-8A2C-456E-BC9E-5009EA46B350}" dt="2025-11-24T08:37:28.140" v="56" actId="1076"/>
          <ac:spMkLst>
            <pc:docMk/>
            <pc:sldMk cId="3907613121" sldId="258"/>
            <ac:spMk id="98" creationId="{DBA46444-21E6-2786-2036-1355F9A27461}"/>
          </ac:spMkLst>
        </pc:spChg>
        <pc:spChg chg="mod">
          <ac:chgData name="Neill Campbell" userId="0c68e68e-714c-4571-8b4e-7246b46ba3fc" providerId="ADAL" clId="{9ECE9524-8A2C-456E-BC9E-5009EA46B350}" dt="2025-11-24T08:37:24.301" v="54"/>
          <ac:spMkLst>
            <pc:docMk/>
            <pc:sldMk cId="3907613121" sldId="258"/>
            <ac:spMk id="101" creationId="{928F227F-DFA0-5D66-C4E9-8F75F515B439}"/>
          </ac:spMkLst>
        </pc:spChg>
        <pc:spChg chg="mod">
          <ac:chgData name="Neill Campbell" userId="0c68e68e-714c-4571-8b4e-7246b46ba3fc" providerId="ADAL" clId="{9ECE9524-8A2C-456E-BC9E-5009EA46B350}" dt="2025-11-24T08:37:24.301" v="54"/>
          <ac:spMkLst>
            <pc:docMk/>
            <pc:sldMk cId="3907613121" sldId="258"/>
            <ac:spMk id="102" creationId="{C24E5A94-B10E-F4ED-3E71-EDA8936B72D8}"/>
          </ac:spMkLst>
        </pc:spChg>
        <pc:spChg chg="mod">
          <ac:chgData name="Neill Campbell" userId="0c68e68e-714c-4571-8b4e-7246b46ba3fc" providerId="ADAL" clId="{9ECE9524-8A2C-456E-BC9E-5009EA46B350}" dt="2025-11-24T08:37:24.301" v="54"/>
          <ac:spMkLst>
            <pc:docMk/>
            <pc:sldMk cId="3907613121" sldId="258"/>
            <ac:spMk id="104" creationId="{05CDE145-C1C4-DA8A-2E7E-944292A02C31}"/>
          </ac:spMkLst>
        </pc:spChg>
        <pc:spChg chg="mod">
          <ac:chgData name="Neill Campbell" userId="0c68e68e-714c-4571-8b4e-7246b46ba3fc" providerId="ADAL" clId="{9ECE9524-8A2C-456E-BC9E-5009EA46B350}" dt="2025-11-24T08:37:24.301" v="54"/>
          <ac:spMkLst>
            <pc:docMk/>
            <pc:sldMk cId="3907613121" sldId="258"/>
            <ac:spMk id="105" creationId="{0426B874-D589-7258-719E-6DBBA0EC86B0}"/>
          </ac:spMkLst>
        </pc:spChg>
        <pc:spChg chg="add mod">
          <ac:chgData name="Neill Campbell" userId="0c68e68e-714c-4571-8b4e-7246b46ba3fc" providerId="ADAL" clId="{9ECE9524-8A2C-456E-BC9E-5009EA46B350}" dt="2025-11-24T08:40:00.014" v="118" actId="1076"/>
          <ac:spMkLst>
            <pc:docMk/>
            <pc:sldMk cId="3907613121" sldId="258"/>
            <ac:spMk id="106" creationId="{F716CB57-567C-1B36-67B5-BA830DDBEF44}"/>
          </ac:spMkLst>
        </pc:spChg>
        <pc:spChg chg="add mod">
          <ac:chgData name="Neill Campbell" userId="0c68e68e-714c-4571-8b4e-7246b46ba3fc" providerId="ADAL" clId="{9ECE9524-8A2C-456E-BC9E-5009EA46B350}" dt="2025-11-25T07:47:12.417" v="154" actId="1076"/>
          <ac:spMkLst>
            <pc:docMk/>
            <pc:sldMk cId="3907613121" sldId="258"/>
            <ac:spMk id="110" creationId="{24D7A6B1-6CC0-2179-ED3A-213DDFF5A1A9}"/>
          </ac:spMkLst>
        </pc:spChg>
        <pc:spChg chg="add mod">
          <ac:chgData name="Neill Campbell" userId="0c68e68e-714c-4571-8b4e-7246b46ba3fc" providerId="ADAL" clId="{9ECE9524-8A2C-456E-BC9E-5009EA46B350}" dt="2025-11-25T07:47:12.417" v="154" actId="1076"/>
          <ac:spMkLst>
            <pc:docMk/>
            <pc:sldMk cId="3907613121" sldId="258"/>
            <ac:spMk id="111" creationId="{EFE8032E-679C-B128-BA7C-E13D0E6E6C7A}"/>
          </ac:spMkLst>
        </pc:spChg>
        <pc:spChg chg="mod">
          <ac:chgData name="Neill Campbell" userId="0c68e68e-714c-4571-8b4e-7246b46ba3fc" providerId="ADAL" clId="{9ECE9524-8A2C-456E-BC9E-5009EA46B350}" dt="2025-11-24T08:39:33.326" v="91"/>
          <ac:spMkLst>
            <pc:docMk/>
            <pc:sldMk cId="3907613121" sldId="258"/>
            <ac:spMk id="113" creationId="{FC0FC628-F60B-2D3A-4BA5-D254903DBC5E}"/>
          </ac:spMkLst>
        </pc:spChg>
        <pc:spChg chg="mod">
          <ac:chgData name="Neill Campbell" userId="0c68e68e-714c-4571-8b4e-7246b46ba3fc" providerId="ADAL" clId="{9ECE9524-8A2C-456E-BC9E-5009EA46B350}" dt="2025-11-24T10:15:34.902" v="144" actId="20577"/>
          <ac:spMkLst>
            <pc:docMk/>
            <pc:sldMk cId="3907613121" sldId="258"/>
            <ac:spMk id="114" creationId="{09C7C82E-8758-A7ED-AF59-BF03F21D89E6}"/>
          </ac:spMkLst>
        </pc:spChg>
        <pc:spChg chg="add mod">
          <ac:chgData name="Neill Campbell" userId="0c68e68e-714c-4571-8b4e-7246b46ba3fc" providerId="ADAL" clId="{9ECE9524-8A2C-456E-BC9E-5009EA46B350}" dt="2025-11-24T08:39:48.764" v="117" actId="20577"/>
          <ac:spMkLst>
            <pc:docMk/>
            <pc:sldMk cId="3907613121" sldId="258"/>
            <ac:spMk id="115" creationId="{1FB35CC1-59AC-D0E0-9649-766C9BE77688}"/>
          </ac:spMkLst>
        </pc:spChg>
        <pc:spChg chg="add mod">
          <ac:chgData name="Neill Campbell" userId="0c68e68e-714c-4571-8b4e-7246b46ba3fc" providerId="ADAL" clId="{9ECE9524-8A2C-456E-BC9E-5009EA46B350}" dt="2025-11-24T08:40:39.754" v="124" actId="1076"/>
          <ac:spMkLst>
            <pc:docMk/>
            <pc:sldMk cId="3907613121" sldId="258"/>
            <ac:spMk id="116" creationId="{13E37668-B60B-2E13-D081-9A3083578D42}"/>
          </ac:spMkLst>
        </pc:spChg>
        <pc:spChg chg="add mod">
          <ac:chgData name="Neill Campbell" userId="0c68e68e-714c-4571-8b4e-7246b46ba3fc" providerId="ADAL" clId="{9ECE9524-8A2C-456E-BC9E-5009EA46B350}" dt="2025-11-24T08:41:40.563" v="142" actId="1076"/>
          <ac:spMkLst>
            <pc:docMk/>
            <pc:sldMk cId="3907613121" sldId="258"/>
            <ac:spMk id="118" creationId="{D7D320ED-9CC4-C12E-2301-9A951B6F52F8}"/>
          </ac:spMkLst>
        </pc:spChg>
        <pc:grpChg chg="del">
          <ac:chgData name="Neill Campbell" userId="0c68e68e-714c-4571-8b4e-7246b46ba3fc" providerId="ADAL" clId="{9ECE9524-8A2C-456E-BC9E-5009EA46B350}" dt="2025-11-24T08:15:54.844" v="35" actId="478"/>
          <ac:grpSpMkLst>
            <pc:docMk/>
            <pc:sldMk cId="3907613121" sldId="258"/>
            <ac:grpSpMk id="35" creationId="{F6F0F4C5-C3DE-59C0-4D92-122F9051CEB4}"/>
          </ac:grpSpMkLst>
        </pc:grpChg>
        <pc:grpChg chg="mod">
          <ac:chgData name="Neill Campbell" userId="0c68e68e-714c-4571-8b4e-7246b46ba3fc" providerId="ADAL" clId="{9ECE9524-8A2C-456E-BC9E-5009EA46B350}" dt="2025-11-24T08:15:10.230" v="20" actId="14100"/>
          <ac:grpSpMkLst>
            <pc:docMk/>
            <pc:sldMk cId="3907613121" sldId="258"/>
            <ac:grpSpMk id="42" creationId="{C4A848B2-AF45-7357-8895-916FBE8ED439}"/>
          </ac:grpSpMkLst>
        </pc:grpChg>
        <pc:grpChg chg="add del mod">
          <ac:chgData name="Neill Campbell" userId="0c68e68e-714c-4571-8b4e-7246b46ba3fc" providerId="ADAL" clId="{9ECE9524-8A2C-456E-BC9E-5009EA46B350}" dt="2025-11-24T08:38:03.378" v="77" actId="478"/>
          <ac:grpSpMkLst>
            <pc:docMk/>
            <pc:sldMk cId="3907613121" sldId="258"/>
            <ac:grpSpMk id="83" creationId="{80636E0C-C986-0C51-FBA6-9BED526C4163}"/>
          </ac:grpSpMkLst>
        </pc:grpChg>
        <pc:grpChg chg="add del mod">
          <ac:chgData name="Neill Campbell" userId="0c68e68e-714c-4571-8b4e-7246b46ba3fc" providerId="ADAL" clId="{9ECE9524-8A2C-456E-BC9E-5009EA46B350}" dt="2025-11-24T08:38:03.378" v="77" actId="478"/>
          <ac:grpSpMkLst>
            <pc:docMk/>
            <pc:sldMk cId="3907613121" sldId="258"/>
            <ac:grpSpMk id="86" creationId="{28D88FB3-96A4-BA7A-050F-12028443E110}"/>
          </ac:grpSpMkLst>
        </pc:grpChg>
        <pc:grpChg chg="add mod">
          <ac:chgData name="Neill Campbell" userId="0c68e68e-714c-4571-8b4e-7246b46ba3fc" providerId="ADAL" clId="{9ECE9524-8A2C-456E-BC9E-5009EA46B350}" dt="2025-11-24T08:37:28.140" v="56" actId="1076"/>
          <ac:grpSpMkLst>
            <pc:docMk/>
            <pc:sldMk cId="3907613121" sldId="258"/>
            <ac:grpSpMk id="100" creationId="{0143FB0B-3DD9-294B-DFCE-17DFCCDA846C}"/>
          </ac:grpSpMkLst>
        </pc:grpChg>
        <pc:grpChg chg="add mod">
          <ac:chgData name="Neill Campbell" userId="0c68e68e-714c-4571-8b4e-7246b46ba3fc" providerId="ADAL" clId="{9ECE9524-8A2C-456E-BC9E-5009EA46B350}" dt="2025-11-24T08:37:28.140" v="56" actId="1076"/>
          <ac:grpSpMkLst>
            <pc:docMk/>
            <pc:sldMk cId="3907613121" sldId="258"/>
            <ac:grpSpMk id="103" creationId="{9FB731EC-10E2-1FD9-962C-12D3BE727EE7}"/>
          </ac:grpSpMkLst>
        </pc:grpChg>
        <pc:grpChg chg="add mod">
          <ac:chgData name="Neill Campbell" userId="0c68e68e-714c-4571-8b4e-7246b46ba3fc" providerId="ADAL" clId="{9ECE9524-8A2C-456E-BC9E-5009EA46B350}" dt="2025-11-24T08:39:40.008" v="92" actId="1076"/>
          <ac:grpSpMkLst>
            <pc:docMk/>
            <pc:sldMk cId="3907613121" sldId="258"/>
            <ac:grpSpMk id="112" creationId="{D6D9EBC9-AC78-A016-790C-A789403A4DDE}"/>
          </ac:grpSpMkLst>
        </pc:grpChg>
        <pc:cxnChg chg="add mod">
          <ac:chgData name="Neill Campbell" userId="0c68e68e-714c-4571-8b4e-7246b46ba3fc" providerId="ADAL" clId="{9ECE9524-8A2C-456E-BC9E-5009EA46B350}" dt="2025-11-24T08:38:31.195" v="81" actId="14100"/>
          <ac:cxnSpMkLst>
            <pc:docMk/>
            <pc:sldMk cId="3907613121" sldId="258"/>
            <ac:cxnSpMk id="82" creationId="{63D5551C-3980-83A7-E28C-1F5CDCE57DF9}"/>
          </ac:cxnSpMkLst>
        </pc:cxnChg>
        <pc:cxnChg chg="add mod">
          <ac:chgData name="Neill Campbell" userId="0c68e68e-714c-4571-8b4e-7246b46ba3fc" providerId="ADAL" clId="{9ECE9524-8A2C-456E-BC9E-5009EA46B350}" dt="2025-11-24T08:37:28.140" v="56" actId="1076"/>
          <ac:cxnSpMkLst>
            <pc:docMk/>
            <pc:sldMk cId="3907613121" sldId="258"/>
            <ac:cxnSpMk id="99" creationId="{FAB89D7B-4D43-CDD8-F77D-87517E36490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2F04-521C-E5A9-A2C2-0480DA72C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4B437-C601-F014-71E8-5012ACEE7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DDD14-C5A3-2120-C00F-70A21287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467DF-54E2-5C78-5A4D-C9190961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260C7-8DFE-F9A7-C9AC-0F234FB0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9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921B-7FFF-3AD2-5057-EFE12278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A5AC-10AD-C7EA-2809-C5E5DF50C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561DC-3CC7-BC02-8607-9DCE16BD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A7CC-D1C2-99D3-7BF9-03E44475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EE2F3-047A-6E2E-12C9-9BA43F85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82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76A8-AFEE-7BEA-7567-F7FDE7569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DEBB3-4318-8C7E-2FEC-5849966D9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5D19D-0302-A8C6-9092-74A5C6FD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B07D-7A2F-7790-5329-B174125F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77DC2-1269-635C-449D-8CFB902D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01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8A8F-C2BE-385C-4B9D-5FE22289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ED9A-A429-54B3-ED91-D1CCA2954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4FFA6-BE31-3AAF-36DF-21B4E6DC2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D1435-4428-0E92-2A70-0A35FBE8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3462E-DCF7-AB44-8881-8407D8D5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6B97B-D7E0-F0B7-DBD3-3A5B7AE1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43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3C21-8BF3-D3D2-89C7-17D43419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92263-D13C-7B6C-FDE5-7BEA259ED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7CF43-83C2-EA6A-471C-B08155A12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B4AA2-2D6E-DCD4-93A3-63507E75D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B3300-2AA5-7651-68C4-2E4793BDE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1DF9B-1F24-1E42-EFAE-B458EBA0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E0EA2-5907-08F1-6A76-CBBA1BB5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62AE7-B4E2-21B3-8AFE-E796D47B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6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97C6-B7D0-415F-15A3-90044654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61323-002E-29EA-D0A6-F12E0E8B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A1A96-31FB-9B0F-377C-644E03E6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B8632-1635-31B7-96CD-D6BCDDED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32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AE9C6-27CB-EB05-F9B8-8A5075E3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A7826-54CD-03E2-4E3E-43F2F9FF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CA0FA-2C02-3C17-F10F-58291286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62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5895-2F4A-1E21-9C28-2B042812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AA4A0-2AF0-C947-7D30-6BA70823D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84264-A0B8-E3B9-FE64-CA995089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1559-7DD5-0D62-BB1D-231AE7FF7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AB2AB-9EE9-FD7A-E7F0-E86DEC08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585FF-3B04-EBC0-4CC6-AA8990E7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88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3658-AF46-011A-BAF4-8F5EA30C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7C82D-1445-D36F-B065-85A9727B6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49558-A88A-193C-F27F-B00B178DB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749B6-0784-C7D8-7AE4-95A63A3BB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7CC5E-977C-FB47-811E-E8253A15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9A7A-AF44-3532-6705-7AE246A8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593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1AB8-4C01-605B-1B41-73C48DCE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15DFF-62E9-732F-E674-19F49703C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0774F-FBF5-7537-494F-72C73A0F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92B30-24E6-018F-9327-66A77D9C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8B652-43EA-C6FC-6340-AB00B8C2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43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653104-2945-242E-CE24-ECD03EBB3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14DF0-1A09-55D0-E135-8290B8E99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4759-ED01-6C71-3C40-8E635C5D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77514-DBA7-3E0D-2CDF-61816BBC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047AD-3BF8-18E7-DC45-9C98E97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97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897A7-4896-7775-C48D-F61A3AB5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A91B3-795E-5D0F-C571-278911D25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DB3B-4EF1-F578-FBBC-67A9BB739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1627B-DBBE-4B6C-93C3-7AC219ABBF58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2505-991D-F01E-872E-12032A0AD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A523A-8D7D-9CD1-70EA-C80D5DE4F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BED2D-9E5F-4CCB-B890-34DE4410B9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89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EAF84-6878-179D-A92B-C13C5FAA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6A590F-4D09-8808-E56D-77A5EDCD3629}"/>
              </a:ext>
            </a:extLst>
          </p:cNvPr>
          <p:cNvSpPr/>
          <p:nvPr/>
        </p:nvSpPr>
        <p:spPr>
          <a:xfrm>
            <a:off x="2140938" y="4059898"/>
            <a:ext cx="379379" cy="359924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8C1C64-A500-11D9-E54E-5C976E57DF46}"/>
              </a:ext>
            </a:extLst>
          </p:cNvPr>
          <p:cNvCxnSpPr/>
          <p:nvPr/>
        </p:nvCxnSpPr>
        <p:spPr>
          <a:xfrm>
            <a:off x="2404285" y="4227630"/>
            <a:ext cx="525780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CC50176-CADB-1F61-2637-D10B73E06139}"/>
              </a:ext>
            </a:extLst>
          </p:cNvPr>
          <p:cNvSpPr txBox="1"/>
          <p:nvPr/>
        </p:nvSpPr>
        <p:spPr>
          <a:xfrm>
            <a:off x="3624483" y="3143551"/>
            <a:ext cx="445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alpha val="44000"/>
                  </a:schemeClr>
                </a:solidFill>
              </a:rPr>
              <a:t>…</a:t>
            </a:r>
            <a:endParaRPr lang="en-GB" sz="1800" b="1" dirty="0">
              <a:solidFill>
                <a:schemeClr val="tx1">
                  <a:alpha val="44000"/>
                </a:schemeClr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B7BA229-DFA6-E4BF-FC58-752BA0868C00}"/>
              </a:ext>
            </a:extLst>
          </p:cNvPr>
          <p:cNvGrpSpPr/>
          <p:nvPr/>
        </p:nvGrpSpPr>
        <p:grpSpPr>
          <a:xfrm>
            <a:off x="2140938" y="3143551"/>
            <a:ext cx="379379" cy="369332"/>
            <a:chOff x="6309571" y="1422711"/>
            <a:chExt cx="379379" cy="369332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581AB85-CDDC-FC23-816A-462D3893DEAF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C8526B8-9F91-3F64-21C4-D9AFDE7D1FE5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F29B88D-ACE2-BB4F-F525-438B91681BCD}"/>
              </a:ext>
            </a:extLst>
          </p:cNvPr>
          <p:cNvGrpSpPr/>
          <p:nvPr/>
        </p:nvGrpSpPr>
        <p:grpSpPr>
          <a:xfrm>
            <a:off x="2919894" y="4059898"/>
            <a:ext cx="379379" cy="369332"/>
            <a:chOff x="7898099" y="1597969"/>
            <a:chExt cx="379379" cy="36933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734A8DE-39C5-E26B-6C8A-5E49907E04D0}"/>
                </a:ext>
              </a:extLst>
            </p:cNvPr>
            <p:cNvSpPr/>
            <p:nvPr/>
          </p:nvSpPr>
          <p:spPr>
            <a:xfrm>
              <a:off x="7898099" y="1597969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79C35F4-0B88-A6EA-9327-3B7A35C3CC29}"/>
                </a:ext>
              </a:extLst>
            </p:cNvPr>
            <p:cNvSpPr txBox="1"/>
            <p:nvPr/>
          </p:nvSpPr>
          <p:spPr>
            <a:xfrm>
              <a:off x="7948806" y="1597969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5</a:t>
              </a:r>
              <a:endParaRPr lang="en-GB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CA3C51B-D740-3195-639D-0A0FCECE8EF9}"/>
              </a:ext>
            </a:extLst>
          </p:cNvPr>
          <p:cNvGrpSpPr/>
          <p:nvPr/>
        </p:nvGrpSpPr>
        <p:grpSpPr>
          <a:xfrm>
            <a:off x="2520317" y="3143551"/>
            <a:ext cx="379379" cy="369332"/>
            <a:chOff x="6309571" y="1422711"/>
            <a:chExt cx="379379" cy="369332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C99DF9E-372E-7231-CD3F-6C4C09692CEC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28F0A11-1652-AF31-2AE7-4D5E1A5EB171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E2B474C-1E20-3DD4-BB1C-BA2502AA6BF7}"/>
              </a:ext>
            </a:extLst>
          </p:cNvPr>
          <p:cNvGrpSpPr/>
          <p:nvPr/>
        </p:nvGrpSpPr>
        <p:grpSpPr>
          <a:xfrm>
            <a:off x="2897739" y="3143551"/>
            <a:ext cx="379379" cy="369332"/>
            <a:chOff x="6309571" y="1422711"/>
            <a:chExt cx="379379" cy="36933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6ABB308-C520-686F-72F3-70CB66008B55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8A8F3D5-1AAC-DAE6-68B1-C3D3AB7B99E2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4316BE-3629-4193-E5C7-EA7791644AA6}"/>
              </a:ext>
            </a:extLst>
          </p:cNvPr>
          <p:cNvGrpSpPr/>
          <p:nvPr/>
        </p:nvGrpSpPr>
        <p:grpSpPr>
          <a:xfrm>
            <a:off x="3277118" y="3143551"/>
            <a:ext cx="379379" cy="369332"/>
            <a:chOff x="6309571" y="1422711"/>
            <a:chExt cx="379379" cy="36933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D36E08A-5A6C-62CC-6981-ABBD40203C2D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A7441FF-F1C7-F470-B1B1-169B289C67F3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7EF9261-5752-C11C-0AB1-75ED87B61455}"/>
              </a:ext>
            </a:extLst>
          </p:cNvPr>
          <p:cNvGrpSpPr/>
          <p:nvPr/>
        </p:nvGrpSpPr>
        <p:grpSpPr>
          <a:xfrm>
            <a:off x="4001905" y="3143551"/>
            <a:ext cx="379379" cy="369332"/>
            <a:chOff x="6309571" y="1422711"/>
            <a:chExt cx="379379" cy="36933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D45888D-DE74-5892-9961-15501853BAF9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08D56B3-7FBA-29AB-D8BE-6A26D49FE057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1</a:t>
              </a:r>
              <a:endParaRPr lang="en-GB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F98DA07-C245-9685-33F3-538210C5ACC1}"/>
              </a:ext>
            </a:extLst>
          </p:cNvPr>
          <p:cNvGrpSpPr/>
          <p:nvPr/>
        </p:nvGrpSpPr>
        <p:grpSpPr>
          <a:xfrm>
            <a:off x="4381284" y="3143551"/>
            <a:ext cx="379379" cy="369332"/>
            <a:chOff x="6309571" y="1422711"/>
            <a:chExt cx="379379" cy="36933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B5BB12B-6085-1C57-51DA-16F2D7F66508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06490B3-CCDE-E069-EA15-FF82A84A5A16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AD567B-7287-366E-675A-E75064527A5F}"/>
              </a:ext>
            </a:extLst>
          </p:cNvPr>
          <p:cNvGrpSpPr/>
          <p:nvPr/>
        </p:nvGrpSpPr>
        <p:grpSpPr>
          <a:xfrm>
            <a:off x="4758706" y="3143551"/>
            <a:ext cx="379379" cy="369332"/>
            <a:chOff x="6309571" y="1422711"/>
            <a:chExt cx="379379" cy="369332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6013D58-16BE-2286-CA17-9DA3DF3246C8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3030AF3-F479-0758-8827-A6058E106E90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1</a:t>
              </a:r>
              <a:endParaRPr lang="en-GB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88693A-F33A-C18D-DE29-1AFA66FCF2F8}"/>
              </a:ext>
            </a:extLst>
          </p:cNvPr>
          <p:cNvGrpSpPr/>
          <p:nvPr/>
        </p:nvGrpSpPr>
        <p:grpSpPr>
          <a:xfrm>
            <a:off x="5138085" y="3143551"/>
            <a:ext cx="379379" cy="369332"/>
            <a:chOff x="6309571" y="1422711"/>
            <a:chExt cx="379379" cy="369332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C43C44C-278D-0452-0321-B4A784DBEA2B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D677FA8-8BFE-F4DA-CCA5-B0E8B313AD74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DB33445-B758-E2B6-21DC-378BCDE9AC6E}"/>
              </a:ext>
            </a:extLst>
          </p:cNvPr>
          <p:cNvGrpSpPr/>
          <p:nvPr/>
        </p:nvGrpSpPr>
        <p:grpSpPr>
          <a:xfrm>
            <a:off x="3299273" y="4059898"/>
            <a:ext cx="379379" cy="369332"/>
            <a:chOff x="7898099" y="1597969"/>
            <a:chExt cx="379379" cy="36933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CF44015-AF71-E0A9-A755-D0D6C2A9249F}"/>
                </a:ext>
              </a:extLst>
            </p:cNvPr>
            <p:cNvSpPr/>
            <p:nvPr/>
          </p:nvSpPr>
          <p:spPr>
            <a:xfrm>
              <a:off x="7898099" y="1597969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6F91271-A529-0764-9EA1-6EBFA6234823}"/>
                </a:ext>
              </a:extLst>
            </p:cNvPr>
            <p:cNvSpPr txBox="1"/>
            <p:nvPr/>
          </p:nvSpPr>
          <p:spPr>
            <a:xfrm>
              <a:off x="7948806" y="1597969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9</a:t>
              </a:r>
              <a:endParaRPr lang="en-GB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5025BF37-83CF-D3F7-351D-C760670F786D}"/>
              </a:ext>
            </a:extLst>
          </p:cNvPr>
          <p:cNvSpPr txBox="1"/>
          <p:nvPr/>
        </p:nvSpPr>
        <p:spPr>
          <a:xfrm>
            <a:off x="1262734" y="3152894"/>
            <a:ext cx="74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msk</a:t>
            </a:r>
            <a:endParaRPr lang="en-GB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201D45-3B0B-7E86-9B11-84BFB8E57E08}"/>
              </a:ext>
            </a:extLst>
          </p:cNvPr>
          <p:cNvSpPr txBox="1"/>
          <p:nvPr/>
        </p:nvSpPr>
        <p:spPr>
          <a:xfrm>
            <a:off x="1262734" y="4033556"/>
            <a:ext cx="74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vals</a:t>
            </a:r>
            <a:endParaRPr lang="en-GB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C8CF03D-561A-B778-0070-5C0910C7136F}"/>
              </a:ext>
            </a:extLst>
          </p:cNvPr>
          <p:cNvSpPr txBox="1"/>
          <p:nvPr/>
        </p:nvSpPr>
        <p:spPr>
          <a:xfrm>
            <a:off x="1262734" y="4931152"/>
            <a:ext cx="74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offset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0D25B48-5A4D-DFE1-4FA3-0D93175D94BA}"/>
              </a:ext>
            </a:extLst>
          </p:cNvPr>
          <p:cNvGrpSpPr/>
          <p:nvPr/>
        </p:nvGrpSpPr>
        <p:grpSpPr>
          <a:xfrm>
            <a:off x="2128828" y="4914218"/>
            <a:ext cx="379379" cy="369332"/>
            <a:chOff x="6309571" y="1422711"/>
            <a:chExt cx="379379" cy="369332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8113B4A-B992-1E7C-5829-3E46774B4429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B814576-1FD3-4895-3DFB-7B9DB134D526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F38B1F5E-A0EF-89A8-E37A-93C39E805CED}"/>
              </a:ext>
            </a:extLst>
          </p:cNvPr>
          <p:cNvSpPr txBox="1"/>
          <p:nvPr/>
        </p:nvSpPr>
        <p:spPr>
          <a:xfrm>
            <a:off x="2128828" y="2884958"/>
            <a:ext cx="3823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64 bits (uint64_t) showing which indices are in use</a:t>
            </a:r>
            <a:endParaRPr lang="en-GB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5A6E0C-ADAE-19DB-6865-5BE54E8A68CD}"/>
              </a:ext>
            </a:extLst>
          </p:cNvPr>
          <p:cNvSpPr txBox="1"/>
          <p:nvPr/>
        </p:nvSpPr>
        <p:spPr>
          <a:xfrm>
            <a:off x="1861497" y="5663906"/>
            <a:ext cx="4280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The ‘block’ structure : this block represents a[1]=5 and a[3]=9</a:t>
            </a:r>
            <a:endParaRPr lang="en-GB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BFDD25D-FB8D-2855-128B-7845D874E3C2}"/>
              </a:ext>
            </a:extLst>
          </p:cNvPr>
          <p:cNvSpPr txBox="1"/>
          <p:nvPr/>
        </p:nvSpPr>
        <p:spPr>
          <a:xfrm>
            <a:off x="2086341" y="3771476"/>
            <a:ext cx="3431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realloc’d</a:t>
            </a:r>
            <a:r>
              <a:rPr lang="en-US" sz="1200" b="1" dirty="0"/>
              <a:t> array of </a:t>
            </a:r>
            <a:r>
              <a:rPr lang="en-US" sz="1200" b="1" dirty="0" err="1"/>
              <a:t>ints</a:t>
            </a:r>
            <a:r>
              <a:rPr lang="en-US" sz="1200" b="1" dirty="0"/>
              <a:t> containing array values</a:t>
            </a:r>
            <a:endParaRPr lang="en-GB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E6F8095-B7C7-0070-F0D1-82BD1267A401}"/>
              </a:ext>
            </a:extLst>
          </p:cNvPr>
          <p:cNvSpPr txBox="1"/>
          <p:nvPr/>
        </p:nvSpPr>
        <p:spPr>
          <a:xfrm>
            <a:off x="2064186" y="4650383"/>
            <a:ext cx="2864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integer showing offset to start of indices </a:t>
            </a:r>
            <a:endParaRPr lang="en-GB" sz="12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EAB0A7A-C7D5-F340-2B52-D60B42EB206F}"/>
              </a:ext>
            </a:extLst>
          </p:cNvPr>
          <p:cNvSpPr/>
          <p:nvPr/>
        </p:nvSpPr>
        <p:spPr>
          <a:xfrm>
            <a:off x="1073044" y="2582444"/>
            <a:ext cx="5464916" cy="3406876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C37882-B103-F5EA-EFCA-33FE126D6CFC}"/>
              </a:ext>
            </a:extLst>
          </p:cNvPr>
          <p:cNvSpPr/>
          <p:nvPr/>
        </p:nvSpPr>
        <p:spPr>
          <a:xfrm>
            <a:off x="7598655" y="4059898"/>
            <a:ext cx="379379" cy="359924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3886CF-855C-847F-F79F-E2085C3AE411}"/>
              </a:ext>
            </a:extLst>
          </p:cNvPr>
          <p:cNvCxnSpPr/>
          <p:nvPr/>
        </p:nvCxnSpPr>
        <p:spPr>
          <a:xfrm>
            <a:off x="7862002" y="4227630"/>
            <a:ext cx="525780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478CC2-EC0C-F0B1-B118-02DECC298F87}"/>
              </a:ext>
            </a:extLst>
          </p:cNvPr>
          <p:cNvSpPr txBox="1"/>
          <p:nvPr/>
        </p:nvSpPr>
        <p:spPr>
          <a:xfrm>
            <a:off x="9082200" y="3143551"/>
            <a:ext cx="445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alpha val="44000"/>
                  </a:schemeClr>
                </a:solidFill>
              </a:rPr>
              <a:t>…</a:t>
            </a:r>
            <a:endParaRPr lang="en-GB" sz="1800" b="1" dirty="0">
              <a:solidFill>
                <a:schemeClr val="tx1">
                  <a:alpha val="44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11DEDB-9114-DE3F-A4C0-2ACB39D305CE}"/>
              </a:ext>
            </a:extLst>
          </p:cNvPr>
          <p:cNvGrpSpPr/>
          <p:nvPr/>
        </p:nvGrpSpPr>
        <p:grpSpPr>
          <a:xfrm>
            <a:off x="7598655" y="3143551"/>
            <a:ext cx="379379" cy="369332"/>
            <a:chOff x="6309571" y="1422711"/>
            <a:chExt cx="379379" cy="3693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AEF72E-2D69-6D0E-0188-6DDF4DC7BC2D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66DEA8-5BC7-C4B5-E131-761E95E45524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8D584C9-09D5-233A-8FBE-046AE99BD53F}"/>
              </a:ext>
            </a:extLst>
          </p:cNvPr>
          <p:cNvGrpSpPr/>
          <p:nvPr/>
        </p:nvGrpSpPr>
        <p:grpSpPr>
          <a:xfrm>
            <a:off x="8377611" y="4059898"/>
            <a:ext cx="510402" cy="369332"/>
            <a:chOff x="7898099" y="1597969"/>
            <a:chExt cx="510402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2F3386-21A5-C267-0222-53B5E40E63E0}"/>
                </a:ext>
              </a:extLst>
            </p:cNvPr>
            <p:cNvSpPr/>
            <p:nvPr/>
          </p:nvSpPr>
          <p:spPr>
            <a:xfrm>
              <a:off x="7898099" y="1597969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88D6CB-DDA1-8960-1429-569E24B3505C}"/>
                </a:ext>
              </a:extLst>
            </p:cNvPr>
            <p:cNvSpPr txBox="1"/>
            <p:nvPr/>
          </p:nvSpPr>
          <p:spPr>
            <a:xfrm>
              <a:off x="7901244" y="1597969"/>
              <a:ext cx="5072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20</a:t>
              </a:r>
              <a:endParaRPr lang="en-GB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C0FC38-30B3-7C24-60CD-C3D22EC78306}"/>
              </a:ext>
            </a:extLst>
          </p:cNvPr>
          <p:cNvGrpSpPr/>
          <p:nvPr/>
        </p:nvGrpSpPr>
        <p:grpSpPr>
          <a:xfrm>
            <a:off x="7978034" y="3143551"/>
            <a:ext cx="379379" cy="369332"/>
            <a:chOff x="6309571" y="1422711"/>
            <a:chExt cx="379379" cy="3693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4EE375-3759-589E-F22A-4C2E26ECBFDA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0FBF17-A02A-7B72-46F4-39EAC3AD704F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5C2FB7-AE58-4D6B-A93F-9624FCEB4917}"/>
              </a:ext>
            </a:extLst>
          </p:cNvPr>
          <p:cNvGrpSpPr/>
          <p:nvPr/>
        </p:nvGrpSpPr>
        <p:grpSpPr>
          <a:xfrm>
            <a:off x="8355456" y="3143551"/>
            <a:ext cx="379379" cy="369332"/>
            <a:chOff x="6309571" y="1422711"/>
            <a:chExt cx="379379" cy="3693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2B757D-B54F-2223-B1A9-E0EF65CCDE43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995771-1647-361F-2EB9-EDD6D7128AF8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59EB17-EC2F-F4DE-9A13-92CD58B8D611}"/>
              </a:ext>
            </a:extLst>
          </p:cNvPr>
          <p:cNvGrpSpPr/>
          <p:nvPr/>
        </p:nvGrpSpPr>
        <p:grpSpPr>
          <a:xfrm>
            <a:off x="8734835" y="3143551"/>
            <a:ext cx="379379" cy="369332"/>
            <a:chOff x="6309571" y="1422711"/>
            <a:chExt cx="379379" cy="3693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59E1BD-032B-7AF1-547C-B7C0BB0CA3DF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E28378-3057-6A4D-B047-673BA0852DB7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80DB46-FE6F-AB68-AC0D-4F549C4DAF52}"/>
              </a:ext>
            </a:extLst>
          </p:cNvPr>
          <p:cNvGrpSpPr/>
          <p:nvPr/>
        </p:nvGrpSpPr>
        <p:grpSpPr>
          <a:xfrm>
            <a:off x="9459622" y="3143551"/>
            <a:ext cx="379379" cy="369332"/>
            <a:chOff x="6309571" y="1422711"/>
            <a:chExt cx="379379" cy="36933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4C0E70-7444-2FC3-F46A-504926D3C153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CF80F2-2A7B-0DAC-84E9-37F568F52BD3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68FAA9-33C5-E13F-0393-87A093A1365F}"/>
              </a:ext>
            </a:extLst>
          </p:cNvPr>
          <p:cNvGrpSpPr/>
          <p:nvPr/>
        </p:nvGrpSpPr>
        <p:grpSpPr>
          <a:xfrm>
            <a:off x="9839001" y="3143551"/>
            <a:ext cx="379379" cy="369332"/>
            <a:chOff x="6309571" y="1422711"/>
            <a:chExt cx="379379" cy="36933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615DF6C-1EE5-44BE-ECF6-E24342AE99E8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0849A4-599D-1FB5-7A5B-3886091CEDA9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1</a:t>
              </a:r>
              <a:endParaRPr lang="en-GB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5FBEE0-5157-4CBC-24AA-8EA077AEA92D}"/>
              </a:ext>
            </a:extLst>
          </p:cNvPr>
          <p:cNvGrpSpPr/>
          <p:nvPr/>
        </p:nvGrpSpPr>
        <p:grpSpPr>
          <a:xfrm>
            <a:off x="10216423" y="3143551"/>
            <a:ext cx="379379" cy="369332"/>
            <a:chOff x="6309571" y="1422711"/>
            <a:chExt cx="379379" cy="3693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4047223-CF57-A4AE-8765-DEA32D1A6574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5D264E-5631-62DA-69C3-8082D51504AE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1CC47CF-2B27-93C9-B3DF-A0F038A3060C}"/>
              </a:ext>
            </a:extLst>
          </p:cNvPr>
          <p:cNvGrpSpPr/>
          <p:nvPr/>
        </p:nvGrpSpPr>
        <p:grpSpPr>
          <a:xfrm>
            <a:off x="10595802" y="3143551"/>
            <a:ext cx="379379" cy="369332"/>
            <a:chOff x="6309571" y="1422711"/>
            <a:chExt cx="379379" cy="36933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29C4BB9-50F8-2CF4-85B6-31FDE4A147CD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D85204A-94D6-112B-50AD-3017B8A326DB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0</a:t>
              </a:r>
              <a:endParaRPr lang="en-GB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4A848B2-AF45-7357-8895-916FBE8ED439}"/>
              </a:ext>
            </a:extLst>
          </p:cNvPr>
          <p:cNvGrpSpPr/>
          <p:nvPr/>
        </p:nvGrpSpPr>
        <p:grpSpPr>
          <a:xfrm>
            <a:off x="7548654" y="4914218"/>
            <a:ext cx="522852" cy="359924"/>
            <a:chOff x="6271680" y="1422711"/>
            <a:chExt cx="522852" cy="359924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24DD8B1-73F8-CBB9-4CA7-9F26CEDF0485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BFFDD45-AB7D-DB92-5CC3-1EFC51A1DB24}"/>
                </a:ext>
              </a:extLst>
            </p:cNvPr>
            <p:cNvSpPr txBox="1"/>
            <p:nvPr/>
          </p:nvSpPr>
          <p:spPr>
            <a:xfrm>
              <a:off x="6271680" y="1439645"/>
              <a:ext cx="522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alpha val="44000"/>
                    </a:schemeClr>
                  </a:solidFill>
                </a:rPr>
                <a:t>256</a:t>
              </a:r>
              <a:endParaRPr lang="en-GB" sz="1400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1013DC2-A97B-F199-81B6-72DFC15F68D5}"/>
              </a:ext>
            </a:extLst>
          </p:cNvPr>
          <p:cNvSpPr txBox="1"/>
          <p:nvPr/>
        </p:nvSpPr>
        <p:spPr>
          <a:xfrm>
            <a:off x="7319214" y="5663906"/>
            <a:ext cx="4280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This block represents a[258]=20</a:t>
            </a:r>
            <a:endParaRPr lang="en-GB" sz="12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EF808DE-FA59-A2C7-AF59-AF29A1DD1E12}"/>
              </a:ext>
            </a:extLst>
          </p:cNvPr>
          <p:cNvSpPr/>
          <p:nvPr/>
        </p:nvSpPr>
        <p:spPr>
          <a:xfrm>
            <a:off x="6530761" y="2582444"/>
            <a:ext cx="5464916" cy="3406876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3ADD710-F5BD-241D-1919-22FE7BA30DC6}"/>
              </a:ext>
            </a:extLst>
          </p:cNvPr>
          <p:cNvSpPr/>
          <p:nvPr/>
        </p:nvSpPr>
        <p:spPr>
          <a:xfrm>
            <a:off x="2518360" y="1084739"/>
            <a:ext cx="379379" cy="359924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3D5551C-3980-83A7-E28C-1F5CDCE57DF9}"/>
              </a:ext>
            </a:extLst>
          </p:cNvPr>
          <p:cNvCxnSpPr>
            <a:cxnSpLocks/>
          </p:cNvCxnSpPr>
          <p:nvPr/>
        </p:nvCxnSpPr>
        <p:spPr>
          <a:xfrm flipH="1">
            <a:off x="1143000" y="1271016"/>
            <a:ext cx="1571466" cy="1311428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716CB57-567C-1B36-67B5-BA830DDBEF44}"/>
              </a:ext>
            </a:extLst>
          </p:cNvPr>
          <p:cNvSpPr txBox="1"/>
          <p:nvPr/>
        </p:nvSpPr>
        <p:spPr>
          <a:xfrm>
            <a:off x="2483516" y="786119"/>
            <a:ext cx="188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realloc’d</a:t>
            </a:r>
            <a:r>
              <a:rPr lang="en-US" sz="1200" b="1" dirty="0"/>
              <a:t> array of blocks</a:t>
            </a:r>
            <a:endParaRPr lang="en-GB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4D7A6B1-6CC0-2179-ED3A-213DDFF5A1A9}"/>
              </a:ext>
            </a:extLst>
          </p:cNvPr>
          <p:cNvSpPr txBox="1"/>
          <p:nvPr/>
        </p:nvSpPr>
        <p:spPr>
          <a:xfrm>
            <a:off x="1888501" y="1055461"/>
            <a:ext cx="405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FE8032E-679C-B128-BA7C-E13D0E6E6C7A}"/>
              </a:ext>
            </a:extLst>
          </p:cNvPr>
          <p:cNvSpPr txBox="1"/>
          <p:nvPr/>
        </p:nvSpPr>
        <p:spPr>
          <a:xfrm>
            <a:off x="1888501" y="397514"/>
            <a:ext cx="31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6D9EBC9-AC78-A016-790C-A789403A4DDE}"/>
              </a:ext>
            </a:extLst>
          </p:cNvPr>
          <p:cNvGrpSpPr/>
          <p:nvPr/>
        </p:nvGrpSpPr>
        <p:grpSpPr>
          <a:xfrm>
            <a:off x="2510033" y="410327"/>
            <a:ext cx="379379" cy="369332"/>
            <a:chOff x="6309571" y="1422711"/>
            <a:chExt cx="379379" cy="369332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C0FC628-F60B-2D3A-4BA5-D254903DBC5E}"/>
                </a:ext>
              </a:extLst>
            </p:cNvPr>
            <p:cNvSpPr/>
            <p:nvPr/>
          </p:nvSpPr>
          <p:spPr>
            <a:xfrm>
              <a:off x="6309571" y="1422711"/>
              <a:ext cx="379379" cy="359924"/>
            </a:xfrm>
            <a:prstGeom prst="rect">
              <a:avLst/>
            </a:pr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>
                    <a:alpha val="16000"/>
                  </a:schemeClr>
                </a:solidFill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9C7C82E-8758-A7ED-AF59-BF03F21D89E6}"/>
                </a:ext>
              </a:extLst>
            </p:cNvPr>
            <p:cNvSpPr txBox="1"/>
            <p:nvPr/>
          </p:nvSpPr>
          <p:spPr>
            <a:xfrm>
              <a:off x="6360278" y="1422711"/>
              <a:ext cx="2537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alpha val="44000"/>
                    </a:schemeClr>
                  </a:solidFill>
                </a:rPr>
                <a:t>2</a:t>
              </a:r>
              <a:endParaRPr lang="en-GB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FB35CC1-59AC-D0E0-9649-766C9BE77688}"/>
              </a:ext>
            </a:extLst>
          </p:cNvPr>
          <p:cNvSpPr txBox="1"/>
          <p:nvPr/>
        </p:nvSpPr>
        <p:spPr>
          <a:xfrm>
            <a:off x="2445391" y="146492"/>
            <a:ext cx="2864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Number of blocks in array</a:t>
            </a:r>
            <a:endParaRPr lang="en-GB" sz="12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3E37668-B60B-2E13-D081-9A3083578D42}"/>
              </a:ext>
            </a:extLst>
          </p:cNvPr>
          <p:cNvSpPr/>
          <p:nvPr/>
        </p:nvSpPr>
        <p:spPr>
          <a:xfrm>
            <a:off x="1506309" y="87959"/>
            <a:ext cx="3206547" cy="1866163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7D320ED-9CC4-C12E-2301-9A951B6F52F8}"/>
              </a:ext>
            </a:extLst>
          </p:cNvPr>
          <p:cNvSpPr txBox="1"/>
          <p:nvPr/>
        </p:nvSpPr>
        <p:spPr>
          <a:xfrm>
            <a:off x="2282049" y="1689880"/>
            <a:ext cx="188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The main CSA structure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90761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97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Neill Campbell</dc:creator>
  <cp:lastModifiedBy>Neill Campbell</cp:lastModifiedBy>
  <cp:revision>2</cp:revision>
  <dcterms:created xsi:type="dcterms:W3CDTF">2023-11-28T14:29:18Z</dcterms:created>
  <dcterms:modified xsi:type="dcterms:W3CDTF">2025-11-25T07:47:42Z</dcterms:modified>
</cp:coreProperties>
</file>