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ED24BE-3B0B-4CBE-BBD2-21406D114E28}" v="31" dt="2025-11-24T08:10:22.8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49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eill Campbell" userId="0c68e68e-714c-4571-8b4e-7246b46ba3fc" providerId="ADAL" clId="{9ECE9524-8A2C-456E-BC9E-5009EA46B350}"/>
    <pc:docChg chg="undo custSel modSld">
      <pc:chgData name="Neill Campbell" userId="0c68e68e-714c-4571-8b4e-7246b46ba3fc" providerId="ADAL" clId="{9ECE9524-8A2C-456E-BC9E-5009EA46B350}" dt="2025-11-24T08:12:52.127" v="465" actId="20577"/>
      <pc:docMkLst>
        <pc:docMk/>
      </pc:docMkLst>
      <pc:sldChg chg="addSp delSp modSp mod">
        <pc:chgData name="Neill Campbell" userId="0c68e68e-714c-4571-8b4e-7246b46ba3fc" providerId="ADAL" clId="{9ECE9524-8A2C-456E-BC9E-5009EA46B350}" dt="2025-11-24T08:12:52.127" v="465" actId="20577"/>
        <pc:sldMkLst>
          <pc:docMk/>
          <pc:sldMk cId="3630180020" sldId="257"/>
        </pc:sldMkLst>
        <pc:spChg chg="del">
          <ac:chgData name="Neill Campbell" userId="0c68e68e-714c-4571-8b4e-7246b46ba3fc" providerId="ADAL" clId="{9ECE9524-8A2C-456E-BC9E-5009EA46B350}" dt="2025-11-24T07:53:01.993" v="61" actId="478"/>
          <ac:spMkLst>
            <pc:docMk/>
            <pc:sldMk cId="3630180020" sldId="257"/>
            <ac:spMk id="2" creationId="{E4FDFC28-7759-14E9-F18A-3CB485C95895}"/>
          </ac:spMkLst>
        </pc:spChg>
        <pc:spChg chg="del">
          <ac:chgData name="Neill Campbell" userId="0c68e68e-714c-4571-8b4e-7246b46ba3fc" providerId="ADAL" clId="{9ECE9524-8A2C-456E-BC9E-5009EA46B350}" dt="2025-11-24T07:52:52.024" v="55" actId="478"/>
          <ac:spMkLst>
            <pc:docMk/>
            <pc:sldMk cId="3630180020" sldId="257"/>
            <ac:spMk id="3" creationId="{F0F5982E-C8AA-B336-7B9C-53D9D5CFF57A}"/>
          </ac:spMkLst>
        </pc:spChg>
        <pc:spChg chg="del">
          <ac:chgData name="Neill Campbell" userId="0c68e68e-714c-4571-8b4e-7246b46ba3fc" providerId="ADAL" clId="{9ECE9524-8A2C-456E-BC9E-5009EA46B350}" dt="2025-11-24T07:53:01.993" v="61" actId="478"/>
          <ac:spMkLst>
            <pc:docMk/>
            <pc:sldMk cId="3630180020" sldId="257"/>
            <ac:spMk id="4" creationId="{B578E923-9CE7-614B-1115-25BEC7C7152C}"/>
          </ac:spMkLst>
        </pc:spChg>
        <pc:spChg chg="del">
          <ac:chgData name="Neill Campbell" userId="0c68e68e-714c-4571-8b4e-7246b46ba3fc" providerId="ADAL" clId="{9ECE9524-8A2C-456E-BC9E-5009EA46B350}" dt="2025-11-24T07:53:01.993" v="61" actId="478"/>
          <ac:spMkLst>
            <pc:docMk/>
            <pc:sldMk cId="3630180020" sldId="257"/>
            <ac:spMk id="5" creationId="{69CE46A2-C57D-45E3-5AA1-7A21154BE631}"/>
          </ac:spMkLst>
        </pc:spChg>
        <pc:spChg chg="del">
          <ac:chgData name="Neill Campbell" userId="0c68e68e-714c-4571-8b4e-7246b46ba3fc" providerId="ADAL" clId="{9ECE9524-8A2C-456E-BC9E-5009EA46B350}" dt="2025-11-24T07:53:01.993" v="61" actId="478"/>
          <ac:spMkLst>
            <pc:docMk/>
            <pc:sldMk cId="3630180020" sldId="257"/>
            <ac:spMk id="6" creationId="{553E75FF-3503-4E90-6B60-811E91DC3CA5}"/>
          </ac:spMkLst>
        </pc:spChg>
        <pc:spChg chg="del">
          <ac:chgData name="Neill Campbell" userId="0c68e68e-714c-4571-8b4e-7246b46ba3fc" providerId="ADAL" clId="{9ECE9524-8A2C-456E-BC9E-5009EA46B350}" dt="2025-11-24T07:53:01.993" v="61" actId="478"/>
          <ac:spMkLst>
            <pc:docMk/>
            <pc:sldMk cId="3630180020" sldId="257"/>
            <ac:spMk id="7" creationId="{A629C68F-2AC3-7FDD-FE9E-D1C7540178C5}"/>
          </ac:spMkLst>
        </pc:spChg>
        <pc:spChg chg="mod">
          <ac:chgData name="Neill Campbell" userId="0c68e68e-714c-4571-8b4e-7246b46ba3fc" providerId="ADAL" clId="{9ECE9524-8A2C-456E-BC9E-5009EA46B350}" dt="2025-11-24T08:09:15.719" v="245" actId="1076"/>
          <ac:spMkLst>
            <pc:docMk/>
            <pc:sldMk cId="3630180020" sldId="257"/>
            <ac:spMk id="8" creationId="{8ED5562F-7F71-2A62-8990-7B685D94BFBF}"/>
          </ac:spMkLst>
        </pc:spChg>
        <pc:spChg chg="del">
          <ac:chgData name="Neill Campbell" userId="0c68e68e-714c-4571-8b4e-7246b46ba3fc" providerId="ADAL" clId="{9ECE9524-8A2C-456E-BC9E-5009EA46B350}" dt="2025-11-24T07:52:52.024" v="55" actId="478"/>
          <ac:spMkLst>
            <pc:docMk/>
            <pc:sldMk cId="3630180020" sldId="257"/>
            <ac:spMk id="9" creationId="{2F289767-1E89-5F3D-EDE9-92C79F22B3BA}"/>
          </ac:spMkLst>
        </pc:spChg>
        <pc:spChg chg="del">
          <ac:chgData name="Neill Campbell" userId="0c68e68e-714c-4571-8b4e-7246b46ba3fc" providerId="ADAL" clId="{9ECE9524-8A2C-456E-BC9E-5009EA46B350}" dt="2025-11-24T07:52:53.413" v="56" actId="478"/>
          <ac:spMkLst>
            <pc:docMk/>
            <pc:sldMk cId="3630180020" sldId="257"/>
            <ac:spMk id="10" creationId="{D92C8AAE-4615-E2DD-5A35-AE346279F78A}"/>
          </ac:spMkLst>
        </pc:spChg>
        <pc:spChg chg="del">
          <ac:chgData name="Neill Campbell" userId="0c68e68e-714c-4571-8b4e-7246b46ba3fc" providerId="ADAL" clId="{9ECE9524-8A2C-456E-BC9E-5009EA46B350}" dt="2025-11-24T07:53:03.739" v="62" actId="478"/>
          <ac:spMkLst>
            <pc:docMk/>
            <pc:sldMk cId="3630180020" sldId="257"/>
            <ac:spMk id="11" creationId="{840E0AEB-3CF8-3E07-5CA2-88B7F493698A}"/>
          </ac:spMkLst>
        </pc:spChg>
        <pc:spChg chg="del">
          <ac:chgData name="Neill Campbell" userId="0c68e68e-714c-4571-8b4e-7246b46ba3fc" providerId="ADAL" clId="{9ECE9524-8A2C-456E-BC9E-5009EA46B350}" dt="2025-11-24T07:53:03.739" v="62" actId="478"/>
          <ac:spMkLst>
            <pc:docMk/>
            <pc:sldMk cId="3630180020" sldId="257"/>
            <ac:spMk id="12" creationId="{107654D5-60FE-9772-AE17-148F5AA0CAB5}"/>
          </ac:spMkLst>
        </pc:spChg>
        <pc:spChg chg="add mod">
          <ac:chgData name="Neill Campbell" userId="0c68e68e-714c-4571-8b4e-7246b46ba3fc" providerId="ADAL" clId="{9ECE9524-8A2C-456E-BC9E-5009EA46B350}" dt="2025-11-24T08:01:05.723" v="118" actId="12789"/>
          <ac:spMkLst>
            <pc:docMk/>
            <pc:sldMk cId="3630180020" sldId="257"/>
            <ac:spMk id="14" creationId="{DC4EAB14-77F5-E6D2-ED11-DA813EC80E7B}"/>
          </ac:spMkLst>
        </pc:spChg>
        <pc:spChg chg="add del mod">
          <ac:chgData name="Neill Campbell" userId="0c68e68e-714c-4571-8b4e-7246b46ba3fc" providerId="ADAL" clId="{9ECE9524-8A2C-456E-BC9E-5009EA46B350}" dt="2025-11-24T08:00:26.564" v="113" actId="478"/>
          <ac:spMkLst>
            <pc:docMk/>
            <pc:sldMk cId="3630180020" sldId="257"/>
            <ac:spMk id="16" creationId="{5DDE88AF-4C6C-2A39-E7F1-4AD99646A395}"/>
          </ac:spMkLst>
        </pc:spChg>
        <pc:spChg chg="del mod">
          <ac:chgData name="Neill Campbell" userId="0c68e68e-714c-4571-8b4e-7246b46ba3fc" providerId="ADAL" clId="{9ECE9524-8A2C-456E-BC9E-5009EA46B350}" dt="2025-11-24T07:58:50.542" v="105" actId="478"/>
          <ac:spMkLst>
            <pc:docMk/>
            <pc:sldMk cId="3630180020" sldId="257"/>
            <ac:spMk id="17" creationId="{736823E6-B07C-858B-8A07-9222F666CA28}"/>
          </ac:spMkLst>
        </pc:spChg>
        <pc:spChg chg="del mod">
          <ac:chgData name="Neill Campbell" userId="0c68e68e-714c-4571-8b4e-7246b46ba3fc" providerId="ADAL" clId="{9ECE9524-8A2C-456E-BC9E-5009EA46B350}" dt="2025-11-24T07:58:50.542" v="105" actId="478"/>
          <ac:spMkLst>
            <pc:docMk/>
            <pc:sldMk cId="3630180020" sldId="257"/>
            <ac:spMk id="18" creationId="{69F893B2-8CBF-39D9-9249-170A9ED36F70}"/>
          </ac:spMkLst>
        </pc:spChg>
        <pc:spChg chg="del mod">
          <ac:chgData name="Neill Campbell" userId="0c68e68e-714c-4571-8b4e-7246b46ba3fc" providerId="ADAL" clId="{9ECE9524-8A2C-456E-BC9E-5009EA46B350}" dt="2025-11-24T07:58:50.542" v="105" actId="478"/>
          <ac:spMkLst>
            <pc:docMk/>
            <pc:sldMk cId="3630180020" sldId="257"/>
            <ac:spMk id="19" creationId="{093E9589-0C51-1952-9EAD-335864EE6654}"/>
          </ac:spMkLst>
        </pc:spChg>
        <pc:spChg chg="del mod">
          <ac:chgData name="Neill Campbell" userId="0c68e68e-714c-4571-8b4e-7246b46ba3fc" providerId="ADAL" clId="{9ECE9524-8A2C-456E-BC9E-5009EA46B350}" dt="2025-11-24T07:58:50.542" v="105" actId="478"/>
          <ac:spMkLst>
            <pc:docMk/>
            <pc:sldMk cId="3630180020" sldId="257"/>
            <ac:spMk id="20" creationId="{690468A8-7F2B-3EFB-DF32-E1EBF37F6AA1}"/>
          </ac:spMkLst>
        </pc:spChg>
        <pc:spChg chg="del mod">
          <ac:chgData name="Neill Campbell" userId="0c68e68e-714c-4571-8b4e-7246b46ba3fc" providerId="ADAL" clId="{9ECE9524-8A2C-456E-BC9E-5009EA46B350}" dt="2025-11-24T08:00:26.564" v="113" actId="478"/>
          <ac:spMkLst>
            <pc:docMk/>
            <pc:sldMk cId="3630180020" sldId="257"/>
            <ac:spMk id="21" creationId="{1A3EB27A-29BA-5F19-D88A-208F8CA8312A}"/>
          </ac:spMkLst>
        </pc:spChg>
        <pc:spChg chg="del mod">
          <ac:chgData name="Neill Campbell" userId="0c68e68e-714c-4571-8b4e-7246b46ba3fc" providerId="ADAL" clId="{9ECE9524-8A2C-456E-BC9E-5009EA46B350}" dt="2025-11-24T08:00:26.564" v="113" actId="478"/>
          <ac:spMkLst>
            <pc:docMk/>
            <pc:sldMk cId="3630180020" sldId="257"/>
            <ac:spMk id="22" creationId="{4660CBEA-96EA-3821-FBEC-2C821C644621}"/>
          </ac:spMkLst>
        </pc:spChg>
        <pc:spChg chg="del mod">
          <ac:chgData name="Neill Campbell" userId="0c68e68e-714c-4571-8b4e-7246b46ba3fc" providerId="ADAL" clId="{9ECE9524-8A2C-456E-BC9E-5009EA46B350}" dt="2025-11-24T08:00:26.564" v="113" actId="478"/>
          <ac:spMkLst>
            <pc:docMk/>
            <pc:sldMk cId="3630180020" sldId="257"/>
            <ac:spMk id="23" creationId="{0FDD5E12-AA74-CE8A-E035-0740E0216DC1}"/>
          </ac:spMkLst>
        </pc:spChg>
        <pc:spChg chg="del mod">
          <ac:chgData name="Neill Campbell" userId="0c68e68e-714c-4571-8b4e-7246b46ba3fc" providerId="ADAL" clId="{9ECE9524-8A2C-456E-BC9E-5009EA46B350}" dt="2025-11-24T08:00:26.564" v="113" actId="478"/>
          <ac:spMkLst>
            <pc:docMk/>
            <pc:sldMk cId="3630180020" sldId="257"/>
            <ac:spMk id="24" creationId="{4A090EF1-6793-7F91-0CA2-96EEEB00CE4B}"/>
          </ac:spMkLst>
        </pc:spChg>
        <pc:spChg chg="add del mod">
          <ac:chgData name="Neill Campbell" userId="0c68e68e-714c-4571-8b4e-7246b46ba3fc" providerId="ADAL" clId="{9ECE9524-8A2C-456E-BC9E-5009EA46B350}" dt="2025-11-24T08:00:26.564" v="113" actId="478"/>
          <ac:spMkLst>
            <pc:docMk/>
            <pc:sldMk cId="3630180020" sldId="257"/>
            <ac:spMk id="26" creationId="{2D771C55-B478-5A86-40C3-12FE249073F5}"/>
          </ac:spMkLst>
        </pc:spChg>
        <pc:spChg chg="del">
          <ac:chgData name="Neill Campbell" userId="0c68e68e-714c-4571-8b4e-7246b46ba3fc" providerId="ADAL" clId="{9ECE9524-8A2C-456E-BC9E-5009EA46B350}" dt="2025-11-24T07:52:56.201" v="58" actId="478"/>
          <ac:spMkLst>
            <pc:docMk/>
            <pc:sldMk cId="3630180020" sldId="257"/>
            <ac:spMk id="30" creationId="{9EA753D1-22D4-0DD5-32D8-9CBDEBC004AA}"/>
          </ac:spMkLst>
        </pc:spChg>
        <pc:spChg chg="add del mod">
          <ac:chgData name="Neill Campbell" userId="0c68e68e-714c-4571-8b4e-7246b46ba3fc" providerId="ADAL" clId="{9ECE9524-8A2C-456E-BC9E-5009EA46B350}" dt="2025-11-24T08:00:26.564" v="113" actId="478"/>
          <ac:spMkLst>
            <pc:docMk/>
            <pc:sldMk cId="3630180020" sldId="257"/>
            <ac:spMk id="31" creationId="{4CB971DA-0602-9E8D-764E-B4A4C671DB11}"/>
          </ac:spMkLst>
        </pc:spChg>
        <pc:spChg chg="del">
          <ac:chgData name="Neill Campbell" userId="0c68e68e-714c-4571-8b4e-7246b46ba3fc" providerId="ADAL" clId="{9ECE9524-8A2C-456E-BC9E-5009EA46B350}" dt="2025-11-24T07:52:54.702" v="57" actId="478"/>
          <ac:spMkLst>
            <pc:docMk/>
            <pc:sldMk cId="3630180020" sldId="257"/>
            <ac:spMk id="32" creationId="{13021375-BA68-5A67-D51C-1B437C075942}"/>
          </ac:spMkLst>
        </pc:spChg>
        <pc:spChg chg="del">
          <ac:chgData name="Neill Campbell" userId="0c68e68e-714c-4571-8b4e-7246b46ba3fc" providerId="ADAL" clId="{9ECE9524-8A2C-456E-BC9E-5009EA46B350}" dt="2025-11-24T07:52:57.131" v="59" actId="478"/>
          <ac:spMkLst>
            <pc:docMk/>
            <pc:sldMk cId="3630180020" sldId="257"/>
            <ac:spMk id="33" creationId="{CDF8F6E1-6D58-9152-635B-C32182B4B316}"/>
          </ac:spMkLst>
        </pc:spChg>
        <pc:spChg chg="del">
          <ac:chgData name="Neill Campbell" userId="0c68e68e-714c-4571-8b4e-7246b46ba3fc" providerId="ADAL" clId="{9ECE9524-8A2C-456E-BC9E-5009EA46B350}" dt="2025-11-24T07:53:01.993" v="61" actId="478"/>
          <ac:spMkLst>
            <pc:docMk/>
            <pc:sldMk cId="3630180020" sldId="257"/>
            <ac:spMk id="34" creationId="{60A9B999-AB80-E27F-E282-82B966A29EEE}"/>
          </ac:spMkLst>
        </pc:spChg>
        <pc:spChg chg="del">
          <ac:chgData name="Neill Campbell" userId="0c68e68e-714c-4571-8b4e-7246b46ba3fc" providerId="ADAL" clId="{9ECE9524-8A2C-456E-BC9E-5009EA46B350}" dt="2025-11-24T07:52:52.024" v="55" actId="478"/>
          <ac:spMkLst>
            <pc:docMk/>
            <pc:sldMk cId="3630180020" sldId="257"/>
            <ac:spMk id="36" creationId="{3147626C-0688-E86E-3C8A-53DF37C73CFC}"/>
          </ac:spMkLst>
        </pc:spChg>
        <pc:spChg chg="add del mod">
          <ac:chgData name="Neill Campbell" userId="0c68e68e-714c-4571-8b4e-7246b46ba3fc" providerId="ADAL" clId="{9ECE9524-8A2C-456E-BC9E-5009EA46B350}" dt="2025-11-24T08:00:26.564" v="113" actId="478"/>
          <ac:spMkLst>
            <pc:docMk/>
            <pc:sldMk cId="3630180020" sldId="257"/>
            <ac:spMk id="37" creationId="{A70A4956-5C59-8AE1-2F22-33B14DD9B27B}"/>
          </ac:spMkLst>
        </pc:spChg>
        <pc:spChg chg="add del mod">
          <ac:chgData name="Neill Campbell" userId="0c68e68e-714c-4571-8b4e-7246b46ba3fc" providerId="ADAL" clId="{9ECE9524-8A2C-456E-BC9E-5009EA46B350}" dt="2025-11-24T07:58:50.542" v="105" actId="478"/>
          <ac:spMkLst>
            <pc:docMk/>
            <pc:sldMk cId="3630180020" sldId="257"/>
            <ac:spMk id="38" creationId="{044B2C2E-FEC3-ED84-38AC-D23AF5E0A75F}"/>
          </ac:spMkLst>
        </pc:spChg>
        <pc:spChg chg="add mod">
          <ac:chgData name="Neill Campbell" userId="0c68e68e-714c-4571-8b4e-7246b46ba3fc" providerId="ADAL" clId="{9ECE9524-8A2C-456E-BC9E-5009EA46B350}" dt="2025-11-24T07:58:56.483" v="106" actId="164"/>
          <ac:spMkLst>
            <pc:docMk/>
            <pc:sldMk cId="3630180020" sldId="257"/>
            <ac:spMk id="39" creationId="{72AA7F65-6A7B-C7DA-536B-B366CEC7D51B}"/>
          </ac:spMkLst>
        </pc:spChg>
        <pc:spChg chg="add mod">
          <ac:chgData name="Neill Campbell" userId="0c68e68e-714c-4571-8b4e-7246b46ba3fc" providerId="ADAL" clId="{9ECE9524-8A2C-456E-BC9E-5009EA46B350}" dt="2025-11-24T07:54:10.307" v="70"/>
          <ac:spMkLst>
            <pc:docMk/>
            <pc:sldMk cId="3630180020" sldId="257"/>
            <ac:spMk id="40" creationId="{9B11E350-39E8-8B14-3054-584CD7717040}"/>
          </ac:spMkLst>
        </pc:spChg>
        <pc:spChg chg="add mod">
          <ac:chgData name="Neill Campbell" userId="0c68e68e-714c-4571-8b4e-7246b46ba3fc" providerId="ADAL" clId="{9ECE9524-8A2C-456E-BC9E-5009EA46B350}" dt="2025-11-24T07:54:11.195" v="71"/>
          <ac:spMkLst>
            <pc:docMk/>
            <pc:sldMk cId="3630180020" sldId="257"/>
            <ac:spMk id="41" creationId="{8E710704-FBB6-671D-BCB9-79904FC335C2}"/>
          </ac:spMkLst>
        </pc:spChg>
        <pc:spChg chg="add mod">
          <ac:chgData name="Neill Campbell" userId="0c68e68e-714c-4571-8b4e-7246b46ba3fc" providerId="ADAL" clId="{9ECE9524-8A2C-456E-BC9E-5009EA46B350}" dt="2025-11-24T07:54:12.182" v="72"/>
          <ac:spMkLst>
            <pc:docMk/>
            <pc:sldMk cId="3630180020" sldId="257"/>
            <ac:spMk id="42" creationId="{C1EA2B7B-E42F-6968-35FC-8EAC60FA6619}"/>
          </ac:spMkLst>
        </pc:spChg>
        <pc:spChg chg="add mod">
          <ac:chgData name="Neill Campbell" userId="0c68e68e-714c-4571-8b4e-7246b46ba3fc" providerId="ADAL" clId="{9ECE9524-8A2C-456E-BC9E-5009EA46B350}" dt="2025-11-24T08:08:26.371" v="243" actId="2711"/>
          <ac:spMkLst>
            <pc:docMk/>
            <pc:sldMk cId="3630180020" sldId="257"/>
            <ac:spMk id="44" creationId="{0A18E6F5-B686-E202-2154-C3338B5E566A}"/>
          </ac:spMkLst>
        </pc:spChg>
        <pc:spChg chg="add del mod">
          <ac:chgData name="Neill Campbell" userId="0c68e68e-714c-4571-8b4e-7246b46ba3fc" providerId="ADAL" clId="{9ECE9524-8A2C-456E-BC9E-5009EA46B350}" dt="2025-11-24T07:58:50.542" v="105" actId="478"/>
          <ac:spMkLst>
            <pc:docMk/>
            <pc:sldMk cId="3630180020" sldId="257"/>
            <ac:spMk id="45" creationId="{1614F22F-821D-196A-020A-63AEF80B7062}"/>
          </ac:spMkLst>
        </pc:spChg>
        <pc:spChg chg="add del mod">
          <ac:chgData name="Neill Campbell" userId="0c68e68e-714c-4571-8b4e-7246b46ba3fc" providerId="ADAL" clId="{9ECE9524-8A2C-456E-BC9E-5009EA46B350}" dt="2025-11-24T07:58:50.542" v="105" actId="478"/>
          <ac:spMkLst>
            <pc:docMk/>
            <pc:sldMk cId="3630180020" sldId="257"/>
            <ac:spMk id="46" creationId="{159E2200-254D-100F-524D-FF5B589E4CE2}"/>
          </ac:spMkLst>
        </pc:spChg>
        <pc:spChg chg="add del mod">
          <ac:chgData name="Neill Campbell" userId="0c68e68e-714c-4571-8b4e-7246b46ba3fc" providerId="ADAL" clId="{9ECE9524-8A2C-456E-BC9E-5009EA46B350}" dt="2025-11-24T07:58:50.542" v="105" actId="478"/>
          <ac:spMkLst>
            <pc:docMk/>
            <pc:sldMk cId="3630180020" sldId="257"/>
            <ac:spMk id="47" creationId="{C5BDABF6-CEAE-4E77-5871-B11D8514D68D}"/>
          </ac:spMkLst>
        </pc:spChg>
        <pc:spChg chg="add mod">
          <ac:chgData name="Neill Campbell" userId="0c68e68e-714c-4571-8b4e-7246b46ba3fc" providerId="ADAL" clId="{9ECE9524-8A2C-456E-BC9E-5009EA46B350}" dt="2025-11-24T07:59:00.446" v="107" actId="164"/>
          <ac:spMkLst>
            <pc:docMk/>
            <pc:sldMk cId="3630180020" sldId="257"/>
            <ac:spMk id="48" creationId="{52D29309-BEE7-3AA7-34A5-5C97B28316F5}"/>
          </ac:spMkLst>
        </pc:spChg>
        <pc:spChg chg="add mod">
          <ac:chgData name="Neill Campbell" userId="0c68e68e-714c-4571-8b4e-7246b46ba3fc" providerId="ADAL" clId="{9ECE9524-8A2C-456E-BC9E-5009EA46B350}" dt="2025-11-24T08:01:47.430" v="123" actId="20577"/>
          <ac:spMkLst>
            <pc:docMk/>
            <pc:sldMk cId="3630180020" sldId="257"/>
            <ac:spMk id="49" creationId="{938F3B00-F4AC-45CF-6B93-7DB64A17B805}"/>
          </ac:spMkLst>
        </pc:spChg>
        <pc:spChg chg="mod">
          <ac:chgData name="Neill Campbell" userId="0c68e68e-714c-4571-8b4e-7246b46ba3fc" providerId="ADAL" clId="{9ECE9524-8A2C-456E-BC9E-5009EA46B350}" dt="2025-11-24T08:08:26.371" v="243" actId="2711"/>
          <ac:spMkLst>
            <pc:docMk/>
            <pc:sldMk cId="3630180020" sldId="257"/>
            <ac:spMk id="53" creationId="{BD148734-C86C-447D-FFC7-27C52D221F22}"/>
          </ac:spMkLst>
        </pc:spChg>
        <pc:spChg chg="mod">
          <ac:chgData name="Neill Campbell" userId="0c68e68e-714c-4571-8b4e-7246b46ba3fc" providerId="ADAL" clId="{9ECE9524-8A2C-456E-BC9E-5009EA46B350}" dt="2025-11-24T08:08:26.371" v="243" actId="2711"/>
          <ac:spMkLst>
            <pc:docMk/>
            <pc:sldMk cId="3630180020" sldId="257"/>
            <ac:spMk id="54" creationId="{039D0F38-C41C-B2A7-AC4E-EEE869D2FC07}"/>
          </ac:spMkLst>
        </pc:spChg>
        <pc:spChg chg="mod">
          <ac:chgData name="Neill Campbell" userId="0c68e68e-714c-4571-8b4e-7246b46ba3fc" providerId="ADAL" clId="{9ECE9524-8A2C-456E-BC9E-5009EA46B350}" dt="2025-11-24T08:00:04.028" v="110"/>
          <ac:spMkLst>
            <pc:docMk/>
            <pc:sldMk cId="3630180020" sldId="257"/>
            <ac:spMk id="56" creationId="{9A8FCC09-3D8A-ED6A-1DF4-4549E9534963}"/>
          </ac:spMkLst>
        </pc:spChg>
        <pc:spChg chg="mod">
          <ac:chgData name="Neill Campbell" userId="0c68e68e-714c-4571-8b4e-7246b46ba3fc" providerId="ADAL" clId="{9ECE9524-8A2C-456E-BC9E-5009EA46B350}" dt="2025-11-24T08:08:26.371" v="243" actId="2711"/>
          <ac:spMkLst>
            <pc:docMk/>
            <pc:sldMk cId="3630180020" sldId="257"/>
            <ac:spMk id="57" creationId="{C68B50A5-A71C-CE96-C62C-B05A71517C88}"/>
          </ac:spMkLst>
        </pc:spChg>
        <pc:spChg chg="mod">
          <ac:chgData name="Neill Campbell" userId="0c68e68e-714c-4571-8b4e-7246b46ba3fc" providerId="ADAL" clId="{9ECE9524-8A2C-456E-BC9E-5009EA46B350}" dt="2025-11-24T08:08:26.371" v="243" actId="2711"/>
          <ac:spMkLst>
            <pc:docMk/>
            <pc:sldMk cId="3630180020" sldId="257"/>
            <ac:spMk id="59" creationId="{A2BA69F1-85BC-B80D-1F15-E4BF8AF83E7F}"/>
          </ac:spMkLst>
        </pc:spChg>
        <pc:spChg chg="mod">
          <ac:chgData name="Neill Campbell" userId="0c68e68e-714c-4571-8b4e-7246b46ba3fc" providerId="ADAL" clId="{9ECE9524-8A2C-456E-BC9E-5009EA46B350}" dt="2025-11-24T08:08:26.371" v="243" actId="2711"/>
          <ac:spMkLst>
            <pc:docMk/>
            <pc:sldMk cId="3630180020" sldId="257"/>
            <ac:spMk id="60" creationId="{50B82765-85AF-B67E-30EE-B1D2A0D40960}"/>
          </ac:spMkLst>
        </pc:spChg>
        <pc:spChg chg="mod">
          <ac:chgData name="Neill Campbell" userId="0c68e68e-714c-4571-8b4e-7246b46ba3fc" providerId="ADAL" clId="{9ECE9524-8A2C-456E-BC9E-5009EA46B350}" dt="2025-11-24T08:00:39.828" v="116"/>
          <ac:spMkLst>
            <pc:docMk/>
            <pc:sldMk cId="3630180020" sldId="257"/>
            <ac:spMk id="62" creationId="{5D50A1CD-A471-D864-566A-75BD948AE061}"/>
          </ac:spMkLst>
        </pc:spChg>
        <pc:spChg chg="mod">
          <ac:chgData name="Neill Campbell" userId="0c68e68e-714c-4571-8b4e-7246b46ba3fc" providerId="ADAL" clId="{9ECE9524-8A2C-456E-BC9E-5009EA46B350}" dt="2025-11-24T08:02:02.992" v="126" actId="20577"/>
          <ac:spMkLst>
            <pc:docMk/>
            <pc:sldMk cId="3630180020" sldId="257"/>
            <ac:spMk id="63" creationId="{E9599E8B-451A-29BE-6E4A-7C278951E670}"/>
          </ac:spMkLst>
        </pc:spChg>
        <pc:spChg chg="mod">
          <ac:chgData name="Neill Campbell" userId="0c68e68e-714c-4571-8b4e-7246b46ba3fc" providerId="ADAL" clId="{9ECE9524-8A2C-456E-BC9E-5009EA46B350}" dt="2025-11-24T08:00:39.828" v="116"/>
          <ac:spMkLst>
            <pc:docMk/>
            <pc:sldMk cId="3630180020" sldId="257"/>
            <ac:spMk id="65" creationId="{A3AB3DA2-E92C-F028-D671-12F1118341EF}"/>
          </ac:spMkLst>
        </pc:spChg>
        <pc:spChg chg="mod">
          <ac:chgData name="Neill Campbell" userId="0c68e68e-714c-4571-8b4e-7246b46ba3fc" providerId="ADAL" clId="{9ECE9524-8A2C-456E-BC9E-5009EA46B350}" dt="2025-11-24T08:00:39.828" v="116"/>
          <ac:spMkLst>
            <pc:docMk/>
            <pc:sldMk cId="3630180020" sldId="257"/>
            <ac:spMk id="66" creationId="{E46A9AF1-718E-DE74-5F76-6D67D86B74B6}"/>
          </ac:spMkLst>
        </pc:spChg>
        <pc:spChg chg="mod">
          <ac:chgData name="Neill Campbell" userId="0c68e68e-714c-4571-8b4e-7246b46ba3fc" providerId="ADAL" clId="{9ECE9524-8A2C-456E-BC9E-5009EA46B350}" dt="2025-11-24T08:00:39.828" v="116"/>
          <ac:spMkLst>
            <pc:docMk/>
            <pc:sldMk cId="3630180020" sldId="257"/>
            <ac:spMk id="68" creationId="{A748057A-775B-F705-D2B6-33CA648C903E}"/>
          </ac:spMkLst>
        </pc:spChg>
        <pc:spChg chg="mod">
          <ac:chgData name="Neill Campbell" userId="0c68e68e-714c-4571-8b4e-7246b46ba3fc" providerId="ADAL" clId="{9ECE9524-8A2C-456E-BC9E-5009EA46B350}" dt="2025-11-24T08:01:58.834" v="125" actId="20577"/>
          <ac:spMkLst>
            <pc:docMk/>
            <pc:sldMk cId="3630180020" sldId="257"/>
            <ac:spMk id="69" creationId="{D8F624E4-6A7F-0B2B-3057-F3FE605CADB5}"/>
          </ac:spMkLst>
        </pc:spChg>
        <pc:spChg chg="mod">
          <ac:chgData name="Neill Campbell" userId="0c68e68e-714c-4571-8b4e-7246b46ba3fc" providerId="ADAL" clId="{9ECE9524-8A2C-456E-BC9E-5009EA46B350}" dt="2025-11-24T08:00:39.828" v="116"/>
          <ac:spMkLst>
            <pc:docMk/>
            <pc:sldMk cId="3630180020" sldId="257"/>
            <ac:spMk id="71" creationId="{A1543095-8981-3B92-2450-4AEE2639494A}"/>
          </ac:spMkLst>
        </pc:spChg>
        <pc:spChg chg="mod">
          <ac:chgData name="Neill Campbell" userId="0c68e68e-714c-4571-8b4e-7246b46ba3fc" providerId="ADAL" clId="{9ECE9524-8A2C-456E-BC9E-5009EA46B350}" dt="2025-11-24T08:00:39.828" v="116"/>
          <ac:spMkLst>
            <pc:docMk/>
            <pc:sldMk cId="3630180020" sldId="257"/>
            <ac:spMk id="72" creationId="{3885C96F-E8E7-6488-2189-B32458B35C62}"/>
          </ac:spMkLst>
        </pc:spChg>
        <pc:spChg chg="mod">
          <ac:chgData name="Neill Campbell" userId="0c68e68e-714c-4571-8b4e-7246b46ba3fc" providerId="ADAL" clId="{9ECE9524-8A2C-456E-BC9E-5009EA46B350}" dt="2025-11-24T08:01:29.234" v="120"/>
          <ac:spMkLst>
            <pc:docMk/>
            <pc:sldMk cId="3630180020" sldId="257"/>
            <ac:spMk id="74" creationId="{704AB8FB-32CD-C54A-51DC-B114443C4702}"/>
          </ac:spMkLst>
        </pc:spChg>
        <pc:spChg chg="mod">
          <ac:chgData name="Neill Campbell" userId="0c68e68e-714c-4571-8b4e-7246b46ba3fc" providerId="ADAL" clId="{9ECE9524-8A2C-456E-BC9E-5009EA46B350}" dt="2025-11-24T08:01:52.296" v="124" actId="20577"/>
          <ac:spMkLst>
            <pc:docMk/>
            <pc:sldMk cId="3630180020" sldId="257"/>
            <ac:spMk id="75" creationId="{F1BA94B4-9D60-A697-E2D3-307568F5A371}"/>
          </ac:spMkLst>
        </pc:spChg>
        <pc:spChg chg="add mod">
          <ac:chgData name="Neill Campbell" userId="0c68e68e-714c-4571-8b4e-7246b46ba3fc" providerId="ADAL" clId="{9ECE9524-8A2C-456E-BC9E-5009EA46B350}" dt="2025-11-24T08:08:26.371" v="243" actId="2711"/>
          <ac:spMkLst>
            <pc:docMk/>
            <pc:sldMk cId="3630180020" sldId="257"/>
            <ac:spMk id="77" creationId="{665BAAC0-766A-37C0-7088-25D10726ED11}"/>
          </ac:spMkLst>
        </pc:spChg>
        <pc:spChg chg="add mod">
          <ac:chgData name="Neill Campbell" userId="0c68e68e-714c-4571-8b4e-7246b46ba3fc" providerId="ADAL" clId="{9ECE9524-8A2C-456E-BC9E-5009EA46B350}" dt="2025-11-24T08:09:15.719" v="245" actId="1076"/>
          <ac:spMkLst>
            <pc:docMk/>
            <pc:sldMk cId="3630180020" sldId="257"/>
            <ac:spMk id="78" creationId="{35667B3F-D3E7-1B50-7041-8FE0F0065936}"/>
          </ac:spMkLst>
        </pc:spChg>
        <pc:spChg chg="add del mod">
          <ac:chgData name="Neill Campbell" userId="0c68e68e-714c-4571-8b4e-7246b46ba3fc" providerId="ADAL" clId="{9ECE9524-8A2C-456E-BC9E-5009EA46B350}" dt="2025-11-24T08:04:25.446" v="158" actId="478"/>
          <ac:spMkLst>
            <pc:docMk/>
            <pc:sldMk cId="3630180020" sldId="257"/>
            <ac:spMk id="79" creationId="{CA93F00A-DD19-9EA2-9BC7-9E28E703729E}"/>
          </ac:spMkLst>
        </pc:spChg>
        <pc:spChg chg="mod">
          <ac:chgData name="Neill Campbell" userId="0c68e68e-714c-4571-8b4e-7246b46ba3fc" providerId="ADAL" clId="{9ECE9524-8A2C-456E-BC9E-5009EA46B350}" dt="2025-11-24T08:03:51.351" v="146"/>
          <ac:spMkLst>
            <pc:docMk/>
            <pc:sldMk cId="3630180020" sldId="257"/>
            <ac:spMk id="82" creationId="{A040A789-0AA7-08EA-D24F-D9DB07D189AE}"/>
          </ac:spMkLst>
        </pc:spChg>
        <pc:spChg chg="mod">
          <ac:chgData name="Neill Campbell" userId="0c68e68e-714c-4571-8b4e-7246b46ba3fc" providerId="ADAL" clId="{9ECE9524-8A2C-456E-BC9E-5009EA46B350}" dt="2025-11-24T08:03:51.351" v="146"/>
          <ac:spMkLst>
            <pc:docMk/>
            <pc:sldMk cId="3630180020" sldId="257"/>
            <ac:spMk id="83" creationId="{339FCD83-0A49-08AC-7898-829491DB7C08}"/>
          </ac:spMkLst>
        </pc:spChg>
        <pc:spChg chg="mod">
          <ac:chgData name="Neill Campbell" userId="0c68e68e-714c-4571-8b4e-7246b46ba3fc" providerId="ADAL" clId="{9ECE9524-8A2C-456E-BC9E-5009EA46B350}" dt="2025-11-24T08:03:51.351" v="146"/>
          <ac:spMkLst>
            <pc:docMk/>
            <pc:sldMk cId="3630180020" sldId="257"/>
            <ac:spMk id="85" creationId="{B568646C-12B2-0217-536A-7EA24F481A02}"/>
          </ac:spMkLst>
        </pc:spChg>
        <pc:spChg chg="mod">
          <ac:chgData name="Neill Campbell" userId="0c68e68e-714c-4571-8b4e-7246b46ba3fc" providerId="ADAL" clId="{9ECE9524-8A2C-456E-BC9E-5009EA46B350}" dt="2025-11-24T08:03:51.351" v="146"/>
          <ac:spMkLst>
            <pc:docMk/>
            <pc:sldMk cId="3630180020" sldId="257"/>
            <ac:spMk id="86" creationId="{0210524E-A41B-E84D-3E50-010BB557BDD8}"/>
          </ac:spMkLst>
        </pc:spChg>
        <pc:spChg chg="add mod">
          <ac:chgData name="Neill Campbell" userId="0c68e68e-714c-4571-8b4e-7246b46ba3fc" providerId="ADAL" clId="{9ECE9524-8A2C-456E-BC9E-5009EA46B350}" dt="2025-11-24T08:10:19.793" v="303" actId="1076"/>
          <ac:spMkLst>
            <pc:docMk/>
            <pc:sldMk cId="3630180020" sldId="257"/>
            <ac:spMk id="87" creationId="{4F0775C5-C44F-AC8D-159A-925AF6EA6921}"/>
          </ac:spMkLst>
        </pc:spChg>
        <pc:spChg chg="mod">
          <ac:chgData name="Neill Campbell" userId="0c68e68e-714c-4571-8b4e-7246b46ba3fc" providerId="ADAL" clId="{9ECE9524-8A2C-456E-BC9E-5009EA46B350}" dt="2025-11-24T08:04:18.678" v="156"/>
          <ac:spMkLst>
            <pc:docMk/>
            <pc:sldMk cId="3630180020" sldId="257"/>
            <ac:spMk id="89" creationId="{B1CF5F8E-725D-DDD5-72F3-B954C8B2DFCF}"/>
          </ac:spMkLst>
        </pc:spChg>
        <pc:spChg chg="mod">
          <ac:chgData name="Neill Campbell" userId="0c68e68e-714c-4571-8b4e-7246b46ba3fc" providerId="ADAL" clId="{9ECE9524-8A2C-456E-BC9E-5009EA46B350}" dt="2025-11-24T08:08:26.371" v="243" actId="2711"/>
          <ac:spMkLst>
            <pc:docMk/>
            <pc:sldMk cId="3630180020" sldId="257"/>
            <ac:spMk id="90" creationId="{732A9445-8CFA-8FD9-7E87-8300DA31A51A}"/>
          </ac:spMkLst>
        </pc:spChg>
        <pc:spChg chg="del mod topLvl">
          <ac:chgData name="Neill Campbell" userId="0c68e68e-714c-4571-8b4e-7246b46ba3fc" providerId="ADAL" clId="{9ECE9524-8A2C-456E-BC9E-5009EA46B350}" dt="2025-11-24T08:05:42.992" v="166" actId="478"/>
          <ac:spMkLst>
            <pc:docMk/>
            <pc:sldMk cId="3630180020" sldId="257"/>
            <ac:spMk id="92" creationId="{211D2000-F9E0-216C-A62A-F4C750150A42}"/>
          </ac:spMkLst>
        </pc:spChg>
        <pc:spChg chg="mod topLvl">
          <ac:chgData name="Neill Campbell" userId="0c68e68e-714c-4571-8b4e-7246b46ba3fc" providerId="ADAL" clId="{9ECE9524-8A2C-456E-BC9E-5009EA46B350}" dt="2025-11-24T08:11:27.139" v="403" actId="1076"/>
          <ac:spMkLst>
            <pc:docMk/>
            <pc:sldMk cId="3630180020" sldId="257"/>
            <ac:spMk id="93" creationId="{186CFFD3-F8B4-C228-3D48-96674C8CFD36}"/>
          </ac:spMkLst>
        </pc:spChg>
        <pc:spChg chg="add mod">
          <ac:chgData name="Neill Campbell" userId="0c68e68e-714c-4571-8b4e-7246b46ba3fc" providerId="ADAL" clId="{9ECE9524-8A2C-456E-BC9E-5009EA46B350}" dt="2025-11-24T08:12:52.127" v="465" actId="20577"/>
          <ac:spMkLst>
            <pc:docMk/>
            <pc:sldMk cId="3630180020" sldId="257"/>
            <ac:spMk id="94" creationId="{0BEA27B2-E42C-0D15-DF9D-00F346E88ECE}"/>
          </ac:spMkLst>
        </pc:spChg>
        <pc:spChg chg="add mod">
          <ac:chgData name="Neill Campbell" userId="0c68e68e-714c-4571-8b4e-7246b46ba3fc" providerId="ADAL" clId="{9ECE9524-8A2C-456E-BC9E-5009EA46B350}" dt="2025-11-24T08:11:36.166" v="404" actId="1076"/>
          <ac:spMkLst>
            <pc:docMk/>
            <pc:sldMk cId="3630180020" sldId="257"/>
            <ac:spMk id="95" creationId="{B32E45CE-61BB-E60C-BBD2-F906284BA597}"/>
          </ac:spMkLst>
        </pc:spChg>
        <pc:spChg chg="add mod">
          <ac:chgData name="Neill Campbell" userId="0c68e68e-714c-4571-8b4e-7246b46ba3fc" providerId="ADAL" clId="{9ECE9524-8A2C-456E-BC9E-5009EA46B350}" dt="2025-11-24T08:11:41.086" v="405" actId="14100"/>
          <ac:spMkLst>
            <pc:docMk/>
            <pc:sldMk cId="3630180020" sldId="257"/>
            <ac:spMk id="96" creationId="{DFEFCA74-8C16-F1DB-6601-143E8400D186}"/>
          </ac:spMkLst>
        </pc:spChg>
        <pc:grpChg chg="add mod">
          <ac:chgData name="Neill Campbell" userId="0c68e68e-714c-4571-8b4e-7246b46ba3fc" providerId="ADAL" clId="{9ECE9524-8A2C-456E-BC9E-5009EA46B350}" dt="2025-11-24T08:01:05.723" v="118" actId="12789"/>
          <ac:grpSpMkLst>
            <pc:docMk/>
            <pc:sldMk cId="3630180020" sldId="257"/>
            <ac:grpSpMk id="50" creationId="{C74F82CD-D16E-5495-8B4B-BA5A4F95227D}"/>
          </ac:grpSpMkLst>
        </pc:grpChg>
        <pc:grpChg chg="add mod">
          <ac:chgData name="Neill Campbell" userId="0c68e68e-714c-4571-8b4e-7246b46ba3fc" providerId="ADAL" clId="{9ECE9524-8A2C-456E-BC9E-5009EA46B350}" dt="2025-11-24T08:09:15.719" v="245" actId="1076"/>
          <ac:grpSpMkLst>
            <pc:docMk/>
            <pc:sldMk cId="3630180020" sldId="257"/>
            <ac:grpSpMk id="51" creationId="{F975930E-5888-4A72-3A5F-00DB5BE05082}"/>
          </ac:grpSpMkLst>
        </pc:grpChg>
        <pc:grpChg chg="add mod">
          <ac:chgData name="Neill Campbell" userId="0c68e68e-714c-4571-8b4e-7246b46ba3fc" providerId="ADAL" clId="{9ECE9524-8A2C-456E-BC9E-5009EA46B350}" dt="2025-11-24T08:01:05.723" v="118" actId="12789"/>
          <ac:grpSpMkLst>
            <pc:docMk/>
            <pc:sldMk cId="3630180020" sldId="257"/>
            <ac:grpSpMk id="52" creationId="{2AE73F32-8BB7-D9B9-47C4-25158DD1F670}"/>
          </ac:grpSpMkLst>
        </pc:grpChg>
        <pc:grpChg chg="add mod">
          <ac:chgData name="Neill Campbell" userId="0c68e68e-714c-4571-8b4e-7246b46ba3fc" providerId="ADAL" clId="{9ECE9524-8A2C-456E-BC9E-5009EA46B350}" dt="2025-11-24T08:01:05.723" v="118" actId="12789"/>
          <ac:grpSpMkLst>
            <pc:docMk/>
            <pc:sldMk cId="3630180020" sldId="257"/>
            <ac:grpSpMk id="55" creationId="{DE378D8E-E8BF-1ADF-6061-62FD2512D860}"/>
          </ac:grpSpMkLst>
        </pc:grpChg>
        <pc:grpChg chg="add mod">
          <ac:chgData name="Neill Campbell" userId="0c68e68e-714c-4571-8b4e-7246b46ba3fc" providerId="ADAL" clId="{9ECE9524-8A2C-456E-BC9E-5009EA46B350}" dt="2025-11-24T08:01:05.723" v="118" actId="12789"/>
          <ac:grpSpMkLst>
            <pc:docMk/>
            <pc:sldMk cId="3630180020" sldId="257"/>
            <ac:grpSpMk id="58" creationId="{C8FD40BB-E90C-52B1-6391-15ABDAC3F08B}"/>
          </ac:grpSpMkLst>
        </pc:grpChg>
        <pc:grpChg chg="add mod">
          <ac:chgData name="Neill Campbell" userId="0c68e68e-714c-4571-8b4e-7246b46ba3fc" providerId="ADAL" clId="{9ECE9524-8A2C-456E-BC9E-5009EA46B350}" dt="2025-11-24T08:01:05.723" v="118" actId="12789"/>
          <ac:grpSpMkLst>
            <pc:docMk/>
            <pc:sldMk cId="3630180020" sldId="257"/>
            <ac:grpSpMk id="61" creationId="{035FAF2C-D939-DDFA-E485-4B0A820470BE}"/>
          </ac:grpSpMkLst>
        </pc:grpChg>
        <pc:grpChg chg="mod">
          <ac:chgData name="Neill Campbell" userId="0c68e68e-714c-4571-8b4e-7246b46ba3fc" providerId="ADAL" clId="{9ECE9524-8A2C-456E-BC9E-5009EA46B350}" dt="2025-11-24T08:01:05.723" v="118" actId="12789"/>
          <ac:grpSpMkLst>
            <pc:docMk/>
            <pc:sldMk cId="3630180020" sldId="257"/>
            <ac:grpSpMk id="64" creationId="{2F5C1BA0-893C-01D7-F62F-F4B35ABD93F2}"/>
          </ac:grpSpMkLst>
        </pc:grpChg>
        <pc:grpChg chg="mod">
          <ac:chgData name="Neill Campbell" userId="0c68e68e-714c-4571-8b4e-7246b46ba3fc" providerId="ADAL" clId="{9ECE9524-8A2C-456E-BC9E-5009EA46B350}" dt="2025-11-24T08:01:05.723" v="118" actId="12789"/>
          <ac:grpSpMkLst>
            <pc:docMk/>
            <pc:sldMk cId="3630180020" sldId="257"/>
            <ac:grpSpMk id="67" creationId="{F5C59F27-D979-04D9-4C86-6A03727CF23A}"/>
          </ac:grpSpMkLst>
        </pc:grpChg>
        <pc:grpChg chg="add mod">
          <ac:chgData name="Neill Campbell" userId="0c68e68e-714c-4571-8b4e-7246b46ba3fc" providerId="ADAL" clId="{9ECE9524-8A2C-456E-BC9E-5009EA46B350}" dt="2025-11-24T08:01:05.723" v="118" actId="12789"/>
          <ac:grpSpMkLst>
            <pc:docMk/>
            <pc:sldMk cId="3630180020" sldId="257"/>
            <ac:grpSpMk id="70" creationId="{63425E32-9BE1-1977-FA11-5A11C9E23EC7}"/>
          </ac:grpSpMkLst>
        </pc:grpChg>
        <pc:grpChg chg="add mod">
          <ac:chgData name="Neill Campbell" userId="0c68e68e-714c-4571-8b4e-7246b46ba3fc" providerId="ADAL" clId="{9ECE9524-8A2C-456E-BC9E-5009EA46B350}" dt="2025-11-24T08:09:15.719" v="245" actId="1076"/>
          <ac:grpSpMkLst>
            <pc:docMk/>
            <pc:sldMk cId="3630180020" sldId="257"/>
            <ac:grpSpMk id="73" creationId="{7146CB83-84CC-ECB1-95DC-1069D8228431}"/>
          </ac:grpSpMkLst>
        </pc:grpChg>
        <pc:grpChg chg="add del mod">
          <ac:chgData name="Neill Campbell" userId="0c68e68e-714c-4571-8b4e-7246b46ba3fc" providerId="ADAL" clId="{9ECE9524-8A2C-456E-BC9E-5009EA46B350}" dt="2025-11-24T08:04:04.840" v="155" actId="478"/>
          <ac:grpSpMkLst>
            <pc:docMk/>
            <pc:sldMk cId="3630180020" sldId="257"/>
            <ac:grpSpMk id="81" creationId="{B14BE791-4A30-1B0C-D8A5-7A9BF57DD0F9}"/>
          </ac:grpSpMkLst>
        </pc:grpChg>
        <pc:grpChg chg="add del mod">
          <ac:chgData name="Neill Campbell" userId="0c68e68e-714c-4571-8b4e-7246b46ba3fc" providerId="ADAL" clId="{9ECE9524-8A2C-456E-BC9E-5009EA46B350}" dt="2025-11-24T08:04:04.840" v="155" actId="478"/>
          <ac:grpSpMkLst>
            <pc:docMk/>
            <pc:sldMk cId="3630180020" sldId="257"/>
            <ac:grpSpMk id="84" creationId="{FC3162DE-B407-FF4C-B9C8-EDB6EE847C34}"/>
          </ac:grpSpMkLst>
        </pc:grpChg>
        <pc:grpChg chg="add mod">
          <ac:chgData name="Neill Campbell" userId="0c68e68e-714c-4571-8b4e-7246b46ba3fc" providerId="ADAL" clId="{9ECE9524-8A2C-456E-BC9E-5009EA46B350}" dt="2025-11-24T08:10:19.793" v="303" actId="1076"/>
          <ac:grpSpMkLst>
            <pc:docMk/>
            <pc:sldMk cId="3630180020" sldId="257"/>
            <ac:grpSpMk id="88" creationId="{2849272D-9424-D9E0-5776-908E5ACE50A4}"/>
          </ac:grpSpMkLst>
        </pc:grpChg>
        <pc:grpChg chg="add del mod">
          <ac:chgData name="Neill Campbell" userId="0c68e68e-714c-4571-8b4e-7246b46ba3fc" providerId="ADAL" clId="{9ECE9524-8A2C-456E-BC9E-5009EA46B350}" dt="2025-11-24T08:05:40.510" v="165" actId="165"/>
          <ac:grpSpMkLst>
            <pc:docMk/>
            <pc:sldMk cId="3630180020" sldId="257"/>
            <ac:grpSpMk id="91" creationId="{901BAEA7-2519-D30A-494D-6DA9CB3633FE}"/>
          </ac:grpSpMkLst>
        </pc:grpChg>
        <pc:cxnChg chg="del">
          <ac:chgData name="Neill Campbell" userId="0c68e68e-714c-4571-8b4e-7246b46ba3fc" providerId="ADAL" clId="{9ECE9524-8A2C-456E-BC9E-5009EA46B350}" dt="2025-11-24T07:53:03.739" v="62" actId="478"/>
          <ac:cxnSpMkLst>
            <pc:docMk/>
            <pc:sldMk cId="3630180020" sldId="257"/>
            <ac:cxnSpMk id="27" creationId="{24A64AFE-A7F5-93D5-4D04-5D438B11C0A3}"/>
          </ac:cxnSpMkLst>
        </pc:cxnChg>
        <pc:cxnChg chg="mod">
          <ac:chgData name="Neill Campbell" userId="0c68e68e-714c-4571-8b4e-7246b46ba3fc" providerId="ADAL" clId="{9ECE9524-8A2C-456E-BC9E-5009EA46B350}" dt="2025-11-24T08:09:15.719" v="245" actId="1076"/>
          <ac:cxnSpMkLst>
            <pc:docMk/>
            <pc:sldMk cId="3630180020" sldId="257"/>
            <ac:cxnSpMk id="29" creationId="{F8E6800A-2F4E-A089-D9A8-70D67ED6DF57}"/>
          </ac:cxnSpMkLst>
        </pc:cxnChg>
        <pc:cxnChg chg="add del mod">
          <ac:chgData name="Neill Campbell" userId="0c68e68e-714c-4571-8b4e-7246b46ba3fc" providerId="ADAL" clId="{9ECE9524-8A2C-456E-BC9E-5009EA46B350}" dt="2025-11-24T08:04:02.747" v="154" actId="478"/>
          <ac:cxnSpMkLst>
            <pc:docMk/>
            <pc:sldMk cId="3630180020" sldId="257"/>
            <ac:cxnSpMk id="80" creationId="{DA3BBA58-8B98-EAB8-B71D-2E1F6A3151DA}"/>
          </ac:cxnSpMkLst>
        </pc:cxnChg>
      </pc:sldChg>
    </pc:docChg>
  </pc:docChgLst>
  <pc:docChgLst>
    <pc:chgData name="Neill Campbell" userId="0c68e68e-714c-4571-8b4e-7246b46ba3fc" providerId="ADAL" clId="{8E8083F4-F94F-4BBA-AAC9-F729A48391AA}"/>
    <pc:docChg chg="undo custSel addSld modSld">
      <pc:chgData name="Neill Campbell" userId="0c68e68e-714c-4571-8b4e-7246b46ba3fc" providerId="ADAL" clId="{8E8083F4-F94F-4BBA-AAC9-F729A48391AA}" dt="2023-11-28T15:07:40.845" v="244" actId="1076"/>
      <pc:docMkLst>
        <pc:docMk/>
      </pc:docMkLst>
      <pc:sldChg chg="addSp delSp modSp mod">
        <pc:chgData name="Neill Campbell" userId="0c68e68e-714c-4571-8b4e-7246b46ba3fc" providerId="ADAL" clId="{8E8083F4-F94F-4BBA-AAC9-F729A48391AA}" dt="2023-11-28T15:05:03.063" v="166" actId="207"/>
        <pc:sldMkLst>
          <pc:docMk/>
          <pc:sldMk cId="3603508021" sldId="256"/>
        </pc:sldMkLst>
      </pc:sldChg>
      <pc:sldChg chg="addSp delSp modSp add mod">
        <pc:chgData name="Neill Campbell" userId="0c68e68e-714c-4571-8b4e-7246b46ba3fc" providerId="ADAL" clId="{8E8083F4-F94F-4BBA-AAC9-F729A48391AA}" dt="2023-11-28T15:07:40.845" v="244" actId="1076"/>
        <pc:sldMkLst>
          <pc:docMk/>
          <pc:sldMk cId="3630180020" sldId="257"/>
        </pc:sldMkLst>
      </pc:sldChg>
    </pc:docChg>
  </pc:docChgLst>
  <pc:docChgLst>
    <pc:chgData name="Neill Campbell" userId="0c68e68e-714c-4571-8b4e-7246b46ba3fc" providerId="ADAL" clId="{2872F0AD-8577-4B4A-BC20-359B4B720F94}"/>
    <pc:docChg chg="undo custSel addSld modSld">
      <pc:chgData name="Neill Campbell" userId="0c68e68e-714c-4571-8b4e-7246b46ba3fc" providerId="ADAL" clId="{2872F0AD-8577-4B4A-BC20-359B4B720F94}" dt="2023-11-29T09:06:39.545" v="274" actId="114"/>
      <pc:docMkLst>
        <pc:docMk/>
      </pc:docMkLst>
      <pc:sldChg chg="addSp delSp modSp mod">
        <pc:chgData name="Neill Campbell" userId="0c68e68e-714c-4571-8b4e-7246b46ba3fc" providerId="ADAL" clId="{2872F0AD-8577-4B4A-BC20-359B4B720F94}" dt="2023-11-29T09:06:30.143" v="272" actId="114"/>
        <pc:sldMkLst>
          <pc:docMk/>
          <pc:sldMk cId="3603508021" sldId="256"/>
        </pc:sldMkLst>
      </pc:sldChg>
      <pc:sldChg chg="addSp modSp mod">
        <pc:chgData name="Neill Campbell" userId="0c68e68e-714c-4571-8b4e-7246b46ba3fc" providerId="ADAL" clId="{2872F0AD-8577-4B4A-BC20-359B4B720F94}" dt="2023-11-29T09:06:35.478" v="273" actId="114"/>
        <pc:sldMkLst>
          <pc:docMk/>
          <pc:sldMk cId="3630180020" sldId="257"/>
        </pc:sldMkLst>
      </pc:sldChg>
      <pc:sldChg chg="addSp delSp modSp add mod">
        <pc:chgData name="Neill Campbell" userId="0c68e68e-714c-4571-8b4e-7246b46ba3fc" providerId="ADAL" clId="{2872F0AD-8577-4B4A-BC20-359B4B720F94}" dt="2023-11-29T09:06:39.545" v="274" actId="114"/>
        <pc:sldMkLst>
          <pc:docMk/>
          <pc:sldMk cId="3388442910" sldId="258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F2F04-521C-E5A9-A2C2-0480DA72C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F4B437-C601-F014-71E8-5012ACEE73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ADDD14-C5A3-2120-C00F-70A21287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1627B-DBBE-4B6C-93C3-7AC219ABBF58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467DF-54E2-5C78-5A4D-C91909612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260C7-8DFE-F9A7-C9AC-0F234FB00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1BED2D-9E5F-4CCB-B890-34DE4410B9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0698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B921B-7FFF-3AD2-5057-EFE122785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2A5AC-10AD-C7EA-2809-C5E5DF50C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A561DC-3CC7-BC02-8607-9DCE16BD7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1627B-DBBE-4B6C-93C3-7AC219ABBF58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80A7CC-D1C2-99D3-7BF9-03E444752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5EE2F3-047A-6E2E-12C9-9BA43F858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1BED2D-9E5F-4CCB-B890-34DE4410B9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1823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976A8-AFEE-7BEA-7567-F7FDE7569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FDEBB3-4318-8C7E-2FEC-5849966D9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5D19D-0302-A8C6-9092-74A5C6FDD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1627B-DBBE-4B6C-93C3-7AC219ABBF58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3B07D-7A2F-7790-5329-B174125F1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77DC2-1269-635C-449D-8CFB902D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1BED2D-9E5F-4CCB-B890-34DE4410B9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1016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78A8F-C2BE-385C-4B9D-5FE222890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FED9A-A429-54B3-ED91-D1CCA29540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C4FFA6-BE31-3AAF-36DF-21B4E6DC2B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AD1435-4428-0E92-2A70-0A35FBE8D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1627B-DBBE-4B6C-93C3-7AC219ABBF58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D3462E-DCF7-AB44-8881-8407D8D5D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96B97B-D7E0-F0B7-DBD3-3A5B7AE19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1BED2D-9E5F-4CCB-B890-34DE4410B9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8439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43C21-8BF3-D3D2-89C7-17D43419D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C92263-D13C-7B6C-FDE5-7BEA259ED0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C7CF43-83C2-EA6A-471C-B08155A12C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0B4AA2-2D6E-DCD4-93A3-63507E75D6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8B3300-2AA5-7651-68C4-2E4793BDE0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61DF9B-1F24-1E42-EFAE-B458EBA08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1627B-DBBE-4B6C-93C3-7AC219ABBF58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7E0EA2-5907-08F1-6A76-CBBA1BB54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62AE7-B4E2-21B3-8AFE-E796D47B7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1BED2D-9E5F-4CCB-B890-34DE4410B9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067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E97C6-B7D0-415F-15A3-900446542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C61323-002E-29EA-D0A6-F12E0E8B7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1627B-DBBE-4B6C-93C3-7AC219ABBF58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4A1A96-31FB-9B0F-377C-644E03E6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1B8632-1635-31B7-96CD-D6BCDDED9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1BED2D-9E5F-4CCB-B890-34DE4410B9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8320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6AE9C6-27CB-EB05-F9B8-8A5075E31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1627B-DBBE-4B6C-93C3-7AC219ABBF58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3A7826-54CD-03E2-4E3E-43F2F9FF0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0CA0FA-2C02-3C17-F10F-582912869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1BED2D-9E5F-4CCB-B890-34DE4410B9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86245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B5895-2F4A-1E21-9C28-2B0428127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AA4A0-2AF0-C947-7D30-6BA70823DD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684264-A0B8-E3B9-FE64-CA9950893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111559-7DD5-0D62-BB1D-231AE7FF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1627B-DBBE-4B6C-93C3-7AC219ABBF58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7AB2AB-9EE9-FD7A-E7F0-E86DEC08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6585FF-3B04-EBC0-4CC6-AA8990E79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1BED2D-9E5F-4CCB-B890-34DE4410B9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9885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73658-AF46-011A-BAF4-8F5EA30C5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667C82D-1445-D36F-B065-85A9727B6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349558-A88A-193C-F27F-B00B178DB1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D749B6-0784-C7D8-7AE4-95A63A3BB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1627B-DBBE-4B6C-93C3-7AC219ABBF58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D7CC5E-977C-FB47-811E-E8253A15D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B19A7A-AF44-3532-6705-7AE246A8B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1BED2D-9E5F-4CCB-B890-34DE4410B9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5936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51AB8-4C01-605B-1B41-73C48DCE8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B15DFF-62E9-732F-E674-19F49703C6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50774F-FBF5-7537-494F-72C73A0FD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1627B-DBBE-4B6C-93C3-7AC219ABBF58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992B30-24E6-018F-9327-66A77D9C7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8B652-43EA-C6FC-6340-AB00B8C2B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1BED2D-9E5F-4CCB-B890-34DE4410B9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0430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653104-2945-242E-CE24-ECD03EBB3C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614DF0-1A09-55D0-E135-8290B8E99D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664759-ED01-6C71-3C40-8E635C5D6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1627B-DBBE-4B6C-93C3-7AC219ABBF58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977514-DBA7-3E0D-2CDF-61816BBC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D047AD-3BF8-18E7-DC45-9C98E9771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1BED2D-9E5F-4CCB-B890-34DE4410B9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1972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6897A7-4896-7775-C48D-F61A3AB54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9A91B3-795E-5D0F-C571-278911D25B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9DB3B-4EF1-F578-FBBC-67A9BB739E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51627B-DBBE-4B6C-93C3-7AC219ABBF58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2505-991D-F01E-872E-12032A0AD6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DA523A-8D7D-9CD1-70EA-C80D5DE4F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1BED2D-9E5F-4CCB-B890-34DE4410B9D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8896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578E923-9CE7-614B-1115-25BEC7C7152C}"/>
              </a:ext>
            </a:extLst>
          </p:cNvPr>
          <p:cNvSpPr/>
          <p:nvPr/>
        </p:nvSpPr>
        <p:spPr>
          <a:xfrm>
            <a:off x="4572000" y="2140085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CE46A2-C57D-45E3-5AA1-7A21154BE631}"/>
              </a:ext>
            </a:extLst>
          </p:cNvPr>
          <p:cNvSpPr/>
          <p:nvPr/>
        </p:nvSpPr>
        <p:spPr>
          <a:xfrm>
            <a:off x="4572000" y="2500009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3E75FF-3503-4E90-6B60-811E91DC3CA5}"/>
              </a:ext>
            </a:extLst>
          </p:cNvPr>
          <p:cNvSpPr/>
          <p:nvPr/>
        </p:nvSpPr>
        <p:spPr>
          <a:xfrm>
            <a:off x="4572000" y="2859933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629C68F-2AC3-7FDD-FE9E-D1C7540178C5}"/>
              </a:ext>
            </a:extLst>
          </p:cNvPr>
          <p:cNvSpPr/>
          <p:nvPr/>
        </p:nvSpPr>
        <p:spPr>
          <a:xfrm>
            <a:off x="4571999" y="3219857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D5562F-7F71-2A62-8990-7B685D94BFBF}"/>
              </a:ext>
            </a:extLst>
          </p:cNvPr>
          <p:cNvSpPr/>
          <p:nvPr/>
        </p:nvSpPr>
        <p:spPr>
          <a:xfrm>
            <a:off x="4571997" y="4215346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289767-1E89-5F3D-EDE9-92C79F22B3BA}"/>
              </a:ext>
            </a:extLst>
          </p:cNvPr>
          <p:cNvSpPr/>
          <p:nvPr/>
        </p:nvSpPr>
        <p:spPr>
          <a:xfrm>
            <a:off x="4571998" y="4575270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CC4C30-E21E-C291-758E-BE9A545A634B}"/>
              </a:ext>
            </a:extLst>
          </p:cNvPr>
          <p:cNvSpPr/>
          <p:nvPr/>
        </p:nvSpPr>
        <p:spPr>
          <a:xfrm>
            <a:off x="5361124" y="2140085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>
                    <a:alpha val="50000"/>
                  </a:schemeClr>
                </a:solidFill>
              </a:rPr>
              <a:t>0</a:t>
            </a:r>
            <a:endParaRPr lang="en-GB" sz="1400" b="1" dirty="0">
              <a:solidFill>
                <a:schemeClr val="tx1">
                  <a:alpha val="50000"/>
                </a:schemeClr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0E0AEB-3CF8-3E07-5CA2-88B7F493698A}"/>
              </a:ext>
            </a:extLst>
          </p:cNvPr>
          <p:cNvSpPr/>
          <p:nvPr/>
        </p:nvSpPr>
        <p:spPr>
          <a:xfrm>
            <a:off x="5361124" y="2500009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>
                    <a:alpha val="50000"/>
                  </a:schemeClr>
                </a:solidFill>
              </a:rPr>
              <a:t>1</a:t>
            </a:r>
            <a:endParaRPr lang="en-GB" sz="1400" b="1" dirty="0">
              <a:solidFill>
                <a:schemeClr val="tx1">
                  <a:alpha val="50000"/>
                </a:schemeClr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07654D5-60FE-9772-AE17-148F5AA0CAB5}"/>
              </a:ext>
            </a:extLst>
          </p:cNvPr>
          <p:cNvSpPr/>
          <p:nvPr/>
        </p:nvSpPr>
        <p:spPr>
          <a:xfrm>
            <a:off x="5740503" y="2500009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>
                    <a:alpha val="50000"/>
                  </a:schemeClr>
                </a:solidFill>
              </a:rPr>
              <a:t>2</a:t>
            </a:r>
            <a:endParaRPr lang="en-GB" sz="1400" b="1" dirty="0">
              <a:solidFill>
                <a:schemeClr val="tx1">
                  <a:alpha val="50000"/>
                </a:schemeClr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69AC57-F722-1DA9-AA0E-DAE33E372119}"/>
              </a:ext>
            </a:extLst>
          </p:cNvPr>
          <p:cNvSpPr/>
          <p:nvPr/>
        </p:nvSpPr>
        <p:spPr>
          <a:xfrm>
            <a:off x="5361124" y="2859933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>
                    <a:alpha val="50000"/>
                  </a:schemeClr>
                </a:solidFill>
              </a:rPr>
              <a:t>3</a:t>
            </a:r>
            <a:endParaRPr lang="en-GB" sz="1400" b="1" dirty="0">
              <a:solidFill>
                <a:schemeClr val="tx1">
                  <a:alpha val="50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580F22-0FAF-09FA-900E-F163D24681BB}"/>
              </a:ext>
            </a:extLst>
          </p:cNvPr>
          <p:cNvSpPr/>
          <p:nvPr/>
        </p:nvSpPr>
        <p:spPr>
          <a:xfrm>
            <a:off x="5740503" y="2859933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>
                    <a:alpha val="50000"/>
                  </a:schemeClr>
                </a:solidFill>
              </a:rPr>
              <a:t>4</a:t>
            </a:r>
            <a:endParaRPr lang="en-GB" sz="1400" b="1" dirty="0">
              <a:solidFill>
                <a:schemeClr val="tx1">
                  <a:alpha val="50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F2A1A3-20CB-20D6-45BA-7013CB2C2BD9}"/>
              </a:ext>
            </a:extLst>
          </p:cNvPr>
          <p:cNvSpPr/>
          <p:nvPr/>
        </p:nvSpPr>
        <p:spPr>
          <a:xfrm>
            <a:off x="6119882" y="2859933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>
                    <a:alpha val="50000"/>
                  </a:schemeClr>
                </a:solidFill>
              </a:rPr>
              <a:t>5</a:t>
            </a:r>
            <a:endParaRPr lang="en-GB" sz="1400" b="1" dirty="0">
              <a:solidFill>
                <a:schemeClr val="tx1">
                  <a:alpha val="50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B0C2A3-67DA-D948-77F4-491EBCC0466D}"/>
              </a:ext>
            </a:extLst>
          </p:cNvPr>
          <p:cNvSpPr/>
          <p:nvPr/>
        </p:nvSpPr>
        <p:spPr>
          <a:xfrm>
            <a:off x="6499261" y="2859933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>
                    <a:alpha val="50000"/>
                  </a:schemeClr>
                </a:solidFill>
              </a:rPr>
              <a:t>6</a:t>
            </a:r>
            <a:endParaRPr lang="en-GB" sz="1400" b="1" dirty="0">
              <a:solidFill>
                <a:schemeClr val="tx1">
                  <a:alpha val="50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36823E6-B07C-858B-8A07-9222F666CA28}"/>
              </a:ext>
            </a:extLst>
          </p:cNvPr>
          <p:cNvSpPr/>
          <p:nvPr/>
        </p:nvSpPr>
        <p:spPr>
          <a:xfrm>
            <a:off x="5361124" y="3219857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>
                    <a:alpha val="50000"/>
                  </a:schemeClr>
                </a:solidFill>
              </a:rPr>
              <a:t>7</a:t>
            </a:r>
            <a:endParaRPr lang="en-GB" sz="1400" b="1" dirty="0">
              <a:solidFill>
                <a:schemeClr val="tx1">
                  <a:alpha val="50000"/>
                </a:schemeClr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F893B2-8CBF-39D9-9249-170A9ED36F70}"/>
              </a:ext>
            </a:extLst>
          </p:cNvPr>
          <p:cNvSpPr/>
          <p:nvPr/>
        </p:nvSpPr>
        <p:spPr>
          <a:xfrm>
            <a:off x="5740503" y="3219857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>
                    <a:alpha val="50000"/>
                  </a:schemeClr>
                </a:solidFill>
              </a:rPr>
              <a:t>8</a:t>
            </a:r>
            <a:endParaRPr lang="en-GB" sz="1400" b="1" dirty="0">
              <a:solidFill>
                <a:schemeClr val="tx1">
                  <a:alpha val="50000"/>
                </a:schemeClr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93E9589-0C51-1952-9EAD-335864EE6654}"/>
              </a:ext>
            </a:extLst>
          </p:cNvPr>
          <p:cNvSpPr/>
          <p:nvPr/>
        </p:nvSpPr>
        <p:spPr>
          <a:xfrm>
            <a:off x="6119882" y="3219857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>
                    <a:alpha val="50000"/>
                  </a:schemeClr>
                </a:solidFill>
              </a:rPr>
              <a:t>9</a:t>
            </a:r>
            <a:endParaRPr lang="en-GB" sz="1400" b="1" dirty="0">
              <a:solidFill>
                <a:schemeClr val="tx1">
                  <a:alpha val="50000"/>
                </a:schemeClr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90468A8-7F2B-3EFB-DF32-E1EBF37F6AA1}"/>
              </a:ext>
            </a:extLst>
          </p:cNvPr>
          <p:cNvSpPr/>
          <p:nvPr/>
        </p:nvSpPr>
        <p:spPr>
          <a:xfrm>
            <a:off x="6499261" y="3219857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>
                    <a:alpha val="50000"/>
                  </a:schemeClr>
                </a:solidFill>
              </a:rPr>
              <a:t>10</a:t>
            </a:r>
            <a:endParaRPr lang="en-GB" sz="1400" b="1" dirty="0">
              <a:solidFill>
                <a:schemeClr val="tx1">
                  <a:alpha val="50000"/>
                </a:schemeClr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3EB27A-29BA-5F19-D88A-208F8CA8312A}"/>
              </a:ext>
            </a:extLst>
          </p:cNvPr>
          <p:cNvSpPr/>
          <p:nvPr/>
        </p:nvSpPr>
        <p:spPr>
          <a:xfrm>
            <a:off x="6878640" y="3219857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>
                    <a:alpha val="50000"/>
                  </a:schemeClr>
                </a:solidFill>
              </a:rPr>
              <a:t>11</a:t>
            </a:r>
            <a:endParaRPr lang="en-GB" sz="1400" b="1" dirty="0">
              <a:solidFill>
                <a:schemeClr val="tx1">
                  <a:alpha val="50000"/>
                </a:schemeClr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60CBEA-96EA-3821-FBEC-2C821C644621}"/>
              </a:ext>
            </a:extLst>
          </p:cNvPr>
          <p:cNvSpPr/>
          <p:nvPr/>
        </p:nvSpPr>
        <p:spPr>
          <a:xfrm>
            <a:off x="7258019" y="3219857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>
                    <a:alpha val="50000"/>
                  </a:schemeClr>
                </a:solidFill>
              </a:rPr>
              <a:t>12</a:t>
            </a:r>
            <a:endParaRPr lang="en-GB" sz="1400" b="1" dirty="0">
              <a:solidFill>
                <a:schemeClr val="tx1">
                  <a:alpha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FDD5E12-AA74-CE8A-E035-0740E0216DC1}"/>
              </a:ext>
            </a:extLst>
          </p:cNvPr>
          <p:cNvSpPr/>
          <p:nvPr/>
        </p:nvSpPr>
        <p:spPr>
          <a:xfrm>
            <a:off x="7637398" y="3219857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>
                    <a:alpha val="50000"/>
                  </a:schemeClr>
                </a:solidFill>
              </a:rPr>
              <a:t>13</a:t>
            </a:r>
            <a:endParaRPr lang="en-GB" sz="1400" b="1" dirty="0">
              <a:solidFill>
                <a:schemeClr val="tx1">
                  <a:alpha val="50000"/>
                </a:schemeClr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A090EF1-6793-7F91-0CA2-96EEEB00CE4B}"/>
              </a:ext>
            </a:extLst>
          </p:cNvPr>
          <p:cNvSpPr/>
          <p:nvPr/>
        </p:nvSpPr>
        <p:spPr>
          <a:xfrm>
            <a:off x="8016777" y="3219857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>
                    <a:alpha val="50000"/>
                  </a:schemeClr>
                </a:solidFill>
              </a:rPr>
              <a:t>14</a:t>
            </a:r>
            <a:endParaRPr lang="en-GB" sz="1400" b="1" dirty="0">
              <a:solidFill>
                <a:schemeClr val="tx1">
                  <a:alpha val="50000"/>
                </a:schemeClr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C6C5890-2874-5D87-09C2-2C0B60EDBD3E}"/>
              </a:ext>
            </a:extLst>
          </p:cNvPr>
          <p:cNvCxnSpPr/>
          <p:nvPr/>
        </p:nvCxnSpPr>
        <p:spPr>
          <a:xfrm>
            <a:off x="4781550" y="2327910"/>
            <a:ext cx="525780" cy="0"/>
          </a:xfrm>
          <a:prstGeom prst="straightConnector1">
            <a:avLst/>
          </a:prstGeom>
          <a:ln w="1905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4A64AFE-A7F5-93D5-4D04-5D438B11C0A3}"/>
              </a:ext>
            </a:extLst>
          </p:cNvPr>
          <p:cNvCxnSpPr/>
          <p:nvPr/>
        </p:nvCxnSpPr>
        <p:spPr>
          <a:xfrm>
            <a:off x="4781550" y="2663190"/>
            <a:ext cx="525780" cy="0"/>
          </a:xfrm>
          <a:prstGeom prst="straightConnector1">
            <a:avLst/>
          </a:prstGeom>
          <a:ln w="1905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57DF09C-C212-EC87-E4D5-ED4F2EF97896}"/>
              </a:ext>
            </a:extLst>
          </p:cNvPr>
          <p:cNvCxnSpPr/>
          <p:nvPr/>
        </p:nvCxnSpPr>
        <p:spPr>
          <a:xfrm>
            <a:off x="4781550" y="3040380"/>
            <a:ext cx="525780" cy="0"/>
          </a:xfrm>
          <a:prstGeom prst="straightConnector1">
            <a:avLst/>
          </a:prstGeom>
          <a:ln w="1905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8E6800A-2F4E-A089-D9A8-70D67ED6DF57}"/>
              </a:ext>
            </a:extLst>
          </p:cNvPr>
          <p:cNvCxnSpPr/>
          <p:nvPr/>
        </p:nvCxnSpPr>
        <p:spPr>
          <a:xfrm>
            <a:off x="4781550" y="3398520"/>
            <a:ext cx="525780" cy="0"/>
          </a:xfrm>
          <a:prstGeom prst="straightConnector1">
            <a:avLst/>
          </a:prstGeom>
          <a:ln w="1905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9EA753D1-22D4-0DD5-32D8-9CBDEBC004AA}"/>
              </a:ext>
            </a:extLst>
          </p:cNvPr>
          <p:cNvSpPr/>
          <p:nvPr/>
        </p:nvSpPr>
        <p:spPr>
          <a:xfrm>
            <a:off x="4747260" y="3733800"/>
            <a:ext cx="45719" cy="4571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3021375-BA68-5A67-D51C-1B437C075942}"/>
              </a:ext>
            </a:extLst>
          </p:cNvPr>
          <p:cNvSpPr/>
          <p:nvPr/>
        </p:nvSpPr>
        <p:spPr>
          <a:xfrm>
            <a:off x="4747260" y="3886200"/>
            <a:ext cx="45719" cy="4571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DF8F6E1-6D58-9152-635B-C32182B4B316}"/>
              </a:ext>
            </a:extLst>
          </p:cNvPr>
          <p:cNvSpPr/>
          <p:nvPr/>
        </p:nvSpPr>
        <p:spPr>
          <a:xfrm>
            <a:off x="4747260" y="4038600"/>
            <a:ext cx="45719" cy="4571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60A9B999-AB80-E27F-E282-82B966A29EEE}"/>
              </a:ext>
            </a:extLst>
          </p:cNvPr>
          <p:cNvSpPr/>
          <p:nvPr/>
        </p:nvSpPr>
        <p:spPr>
          <a:xfrm>
            <a:off x="4728210" y="4346264"/>
            <a:ext cx="106680" cy="9905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3147626C-0688-E86E-3C8A-53DF37C73CFC}"/>
              </a:ext>
            </a:extLst>
          </p:cNvPr>
          <p:cNvSpPr/>
          <p:nvPr/>
        </p:nvSpPr>
        <p:spPr>
          <a:xfrm>
            <a:off x="4728210" y="4689087"/>
            <a:ext cx="106680" cy="9905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593765-A2D1-39BA-CB31-3A6DD3D973AF}"/>
              </a:ext>
            </a:extLst>
          </p:cNvPr>
          <p:cNvSpPr txBox="1"/>
          <p:nvPr/>
        </p:nvSpPr>
        <p:spPr>
          <a:xfrm>
            <a:off x="6499261" y="2398295"/>
            <a:ext cx="15175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Indices</a:t>
            </a:r>
            <a:endParaRPr lang="en-GB" sz="2000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3D77738-786B-94B6-CE65-B4D0882AAC60}"/>
              </a:ext>
            </a:extLst>
          </p:cNvPr>
          <p:cNvSpPr/>
          <p:nvPr/>
        </p:nvSpPr>
        <p:spPr>
          <a:xfrm>
            <a:off x="4693920" y="2993812"/>
            <a:ext cx="106680" cy="9905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E8FE586-1BAE-B304-E439-6490B7F4EC57}"/>
              </a:ext>
            </a:extLst>
          </p:cNvPr>
          <p:cNvSpPr txBox="1"/>
          <p:nvPr/>
        </p:nvSpPr>
        <p:spPr>
          <a:xfrm>
            <a:off x="4143643" y="2140085"/>
            <a:ext cx="461665" cy="2795108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GB" i="1" dirty="0"/>
              <a:t>Row Pointer Table</a:t>
            </a:r>
          </a:p>
        </p:txBody>
      </p:sp>
    </p:spTree>
    <p:extLst>
      <p:ext uri="{BB962C8B-B14F-4D97-AF65-F5344CB8AC3E}">
        <p14:creationId xmlns:p14="http://schemas.microsoft.com/office/powerpoint/2010/main" val="3603508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ED5562F-7F71-2A62-8990-7B685D94BFBF}"/>
              </a:ext>
            </a:extLst>
          </p:cNvPr>
          <p:cNvSpPr/>
          <p:nvPr/>
        </p:nvSpPr>
        <p:spPr>
          <a:xfrm>
            <a:off x="5496786" y="4151338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8E6800A-2F4E-A089-D9A8-70D67ED6DF57}"/>
              </a:ext>
            </a:extLst>
          </p:cNvPr>
          <p:cNvCxnSpPr/>
          <p:nvPr/>
        </p:nvCxnSpPr>
        <p:spPr>
          <a:xfrm>
            <a:off x="5760133" y="4319070"/>
            <a:ext cx="525780" cy="0"/>
          </a:xfrm>
          <a:prstGeom prst="straightConnector1">
            <a:avLst/>
          </a:prstGeom>
          <a:ln w="1905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C4EAB14-77F5-E6D2-ED11-DA813EC80E7B}"/>
              </a:ext>
            </a:extLst>
          </p:cNvPr>
          <p:cNvSpPr txBox="1"/>
          <p:nvPr/>
        </p:nvSpPr>
        <p:spPr>
          <a:xfrm>
            <a:off x="6980331" y="3234991"/>
            <a:ext cx="4455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schemeClr val="tx1">
                    <a:alpha val="44000"/>
                  </a:schemeClr>
                </a:solidFill>
              </a:rPr>
              <a:t>…</a:t>
            </a:r>
            <a:endParaRPr lang="en-GB" sz="1800" b="1" dirty="0">
              <a:solidFill>
                <a:schemeClr val="tx1">
                  <a:alpha val="44000"/>
                </a:schemeClr>
              </a:solidFill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74F82CD-D16E-5495-8B4B-BA5A4F95227D}"/>
              </a:ext>
            </a:extLst>
          </p:cNvPr>
          <p:cNvGrpSpPr/>
          <p:nvPr/>
        </p:nvGrpSpPr>
        <p:grpSpPr>
          <a:xfrm>
            <a:off x="5496786" y="3234991"/>
            <a:ext cx="379379" cy="369332"/>
            <a:chOff x="6309571" y="1422711"/>
            <a:chExt cx="379379" cy="369332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2AA7F65-6A7B-C7DA-536B-B366CEC7D51B}"/>
                </a:ext>
              </a:extLst>
            </p:cNvPr>
            <p:cNvSpPr/>
            <p:nvPr/>
          </p:nvSpPr>
          <p:spPr>
            <a:xfrm>
              <a:off x="6309571" y="1422711"/>
              <a:ext cx="379379" cy="359924"/>
            </a:xfrm>
            <a:prstGeom prst="rect">
              <a:avLst/>
            </a:prstGeom>
            <a:noFill/>
            <a:ln w="190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 dirty="0">
                <a:solidFill>
                  <a:schemeClr val="tx1">
                    <a:alpha val="16000"/>
                  </a:schemeClr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A18E6F5-B686-E202-2154-C3338B5E566A}"/>
                </a:ext>
              </a:extLst>
            </p:cNvPr>
            <p:cNvSpPr txBox="1"/>
            <p:nvPr/>
          </p:nvSpPr>
          <p:spPr>
            <a:xfrm>
              <a:off x="6360278" y="1422711"/>
              <a:ext cx="25374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chemeClr val="tx1">
                      <a:alpha val="44000"/>
                    </a:schemeClr>
                  </a:solidFill>
                </a:rPr>
                <a:t>0</a:t>
              </a:r>
              <a:endParaRPr lang="en-GB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975930E-5888-4A72-3A5F-00DB5BE05082}"/>
              </a:ext>
            </a:extLst>
          </p:cNvPr>
          <p:cNvGrpSpPr/>
          <p:nvPr/>
        </p:nvGrpSpPr>
        <p:grpSpPr>
          <a:xfrm>
            <a:off x="6275742" y="4151338"/>
            <a:ext cx="379379" cy="369332"/>
            <a:chOff x="7898099" y="1597969"/>
            <a:chExt cx="379379" cy="369332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2D29309-BEE7-3AA7-34A5-5C97B28316F5}"/>
                </a:ext>
              </a:extLst>
            </p:cNvPr>
            <p:cNvSpPr/>
            <p:nvPr/>
          </p:nvSpPr>
          <p:spPr>
            <a:xfrm>
              <a:off x="7898099" y="1597969"/>
              <a:ext cx="379379" cy="359924"/>
            </a:xfrm>
            <a:prstGeom prst="rect">
              <a:avLst/>
            </a:prstGeom>
            <a:noFill/>
            <a:ln w="190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 dirty="0">
                <a:solidFill>
                  <a:schemeClr val="tx1">
                    <a:alpha val="16000"/>
                  </a:schemeClr>
                </a:solidFill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38F3B00-F4AC-45CF-6B93-7DB64A17B805}"/>
                </a:ext>
              </a:extLst>
            </p:cNvPr>
            <p:cNvSpPr txBox="1"/>
            <p:nvPr/>
          </p:nvSpPr>
          <p:spPr>
            <a:xfrm>
              <a:off x="7948806" y="1597969"/>
              <a:ext cx="25374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chemeClr val="tx1">
                      <a:alpha val="44000"/>
                    </a:schemeClr>
                  </a:solidFill>
                </a:rPr>
                <a:t>5</a:t>
              </a:r>
              <a:endParaRPr lang="en-GB" dirty="0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2AE73F32-8BB7-D9B9-47C4-25158DD1F670}"/>
              </a:ext>
            </a:extLst>
          </p:cNvPr>
          <p:cNvGrpSpPr/>
          <p:nvPr/>
        </p:nvGrpSpPr>
        <p:grpSpPr>
          <a:xfrm>
            <a:off x="5876165" y="3234991"/>
            <a:ext cx="379379" cy="369332"/>
            <a:chOff x="6309571" y="1422711"/>
            <a:chExt cx="379379" cy="369332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D148734-C86C-447D-FFC7-27C52D221F22}"/>
                </a:ext>
              </a:extLst>
            </p:cNvPr>
            <p:cNvSpPr/>
            <p:nvPr/>
          </p:nvSpPr>
          <p:spPr>
            <a:xfrm>
              <a:off x="6309571" y="1422711"/>
              <a:ext cx="379379" cy="359924"/>
            </a:xfrm>
            <a:prstGeom prst="rect">
              <a:avLst/>
            </a:prstGeom>
            <a:noFill/>
            <a:ln w="190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 dirty="0">
                <a:solidFill>
                  <a:schemeClr val="tx1">
                    <a:alpha val="16000"/>
                  </a:schemeClr>
                </a:solidFill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39D0F38-C41C-B2A7-AC4E-EEE869D2FC07}"/>
                </a:ext>
              </a:extLst>
            </p:cNvPr>
            <p:cNvSpPr txBox="1"/>
            <p:nvPr/>
          </p:nvSpPr>
          <p:spPr>
            <a:xfrm>
              <a:off x="6360278" y="1422711"/>
              <a:ext cx="25374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chemeClr val="tx1">
                      <a:alpha val="44000"/>
                    </a:schemeClr>
                  </a:solidFill>
                </a:rPr>
                <a:t>0</a:t>
              </a:r>
              <a:endParaRPr lang="en-GB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E378D8E-E8BF-1ADF-6061-62FD2512D860}"/>
              </a:ext>
            </a:extLst>
          </p:cNvPr>
          <p:cNvGrpSpPr/>
          <p:nvPr/>
        </p:nvGrpSpPr>
        <p:grpSpPr>
          <a:xfrm>
            <a:off x="6253587" y="3234991"/>
            <a:ext cx="379379" cy="369332"/>
            <a:chOff x="6309571" y="1422711"/>
            <a:chExt cx="379379" cy="369332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A8FCC09-3D8A-ED6A-1DF4-4549E9534963}"/>
                </a:ext>
              </a:extLst>
            </p:cNvPr>
            <p:cNvSpPr/>
            <p:nvPr/>
          </p:nvSpPr>
          <p:spPr>
            <a:xfrm>
              <a:off x="6309571" y="1422711"/>
              <a:ext cx="379379" cy="359924"/>
            </a:xfrm>
            <a:prstGeom prst="rect">
              <a:avLst/>
            </a:prstGeom>
            <a:noFill/>
            <a:ln w="190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 dirty="0">
                <a:solidFill>
                  <a:schemeClr val="tx1">
                    <a:alpha val="16000"/>
                  </a:schemeClr>
                </a:solidFill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C68B50A5-A71C-CE96-C62C-B05A71517C88}"/>
                </a:ext>
              </a:extLst>
            </p:cNvPr>
            <p:cNvSpPr txBox="1"/>
            <p:nvPr/>
          </p:nvSpPr>
          <p:spPr>
            <a:xfrm>
              <a:off x="6360278" y="1422711"/>
              <a:ext cx="25374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chemeClr val="tx1">
                      <a:alpha val="44000"/>
                    </a:schemeClr>
                  </a:solidFill>
                </a:rPr>
                <a:t>0</a:t>
              </a:r>
              <a:endParaRPr lang="en-GB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8FD40BB-E90C-52B1-6391-15ABDAC3F08B}"/>
              </a:ext>
            </a:extLst>
          </p:cNvPr>
          <p:cNvGrpSpPr/>
          <p:nvPr/>
        </p:nvGrpSpPr>
        <p:grpSpPr>
          <a:xfrm>
            <a:off x="6632966" y="3234991"/>
            <a:ext cx="379379" cy="369332"/>
            <a:chOff x="6309571" y="1422711"/>
            <a:chExt cx="379379" cy="369332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A2BA69F1-85BC-B80D-1F15-E4BF8AF83E7F}"/>
                </a:ext>
              </a:extLst>
            </p:cNvPr>
            <p:cNvSpPr/>
            <p:nvPr/>
          </p:nvSpPr>
          <p:spPr>
            <a:xfrm>
              <a:off x="6309571" y="1422711"/>
              <a:ext cx="379379" cy="359924"/>
            </a:xfrm>
            <a:prstGeom prst="rect">
              <a:avLst/>
            </a:prstGeom>
            <a:noFill/>
            <a:ln w="190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 dirty="0">
                <a:solidFill>
                  <a:schemeClr val="tx1">
                    <a:alpha val="16000"/>
                  </a:schemeClr>
                </a:solidFill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0B82765-85AF-B67E-30EE-B1D2A0D40960}"/>
                </a:ext>
              </a:extLst>
            </p:cNvPr>
            <p:cNvSpPr txBox="1"/>
            <p:nvPr/>
          </p:nvSpPr>
          <p:spPr>
            <a:xfrm>
              <a:off x="6360278" y="1422711"/>
              <a:ext cx="25374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chemeClr val="tx1">
                      <a:alpha val="44000"/>
                    </a:schemeClr>
                  </a:solidFill>
                </a:rPr>
                <a:t>0</a:t>
              </a:r>
              <a:endParaRPr lang="en-GB" dirty="0"/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035FAF2C-D939-DDFA-E485-4B0A820470BE}"/>
              </a:ext>
            </a:extLst>
          </p:cNvPr>
          <p:cNvGrpSpPr/>
          <p:nvPr/>
        </p:nvGrpSpPr>
        <p:grpSpPr>
          <a:xfrm>
            <a:off x="7357753" y="3234991"/>
            <a:ext cx="379379" cy="369332"/>
            <a:chOff x="6309571" y="1422711"/>
            <a:chExt cx="379379" cy="369332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5D50A1CD-A471-D864-566A-75BD948AE061}"/>
                </a:ext>
              </a:extLst>
            </p:cNvPr>
            <p:cNvSpPr/>
            <p:nvPr/>
          </p:nvSpPr>
          <p:spPr>
            <a:xfrm>
              <a:off x="6309571" y="1422711"/>
              <a:ext cx="379379" cy="359924"/>
            </a:xfrm>
            <a:prstGeom prst="rect">
              <a:avLst/>
            </a:prstGeom>
            <a:noFill/>
            <a:ln w="190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 dirty="0">
                <a:solidFill>
                  <a:schemeClr val="tx1">
                    <a:alpha val="16000"/>
                  </a:schemeClr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E9599E8B-451A-29BE-6E4A-7C278951E670}"/>
                </a:ext>
              </a:extLst>
            </p:cNvPr>
            <p:cNvSpPr txBox="1"/>
            <p:nvPr/>
          </p:nvSpPr>
          <p:spPr>
            <a:xfrm>
              <a:off x="6360278" y="1422711"/>
              <a:ext cx="25374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chemeClr val="tx1">
                      <a:alpha val="44000"/>
                    </a:schemeClr>
                  </a:solidFill>
                </a:rPr>
                <a:t>1</a:t>
              </a:r>
              <a:endParaRPr lang="en-GB" dirty="0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F5C1BA0-893C-01D7-F62F-F4B35ABD93F2}"/>
              </a:ext>
            </a:extLst>
          </p:cNvPr>
          <p:cNvGrpSpPr/>
          <p:nvPr/>
        </p:nvGrpSpPr>
        <p:grpSpPr>
          <a:xfrm>
            <a:off x="7737132" y="3234991"/>
            <a:ext cx="379379" cy="369332"/>
            <a:chOff x="6309571" y="1422711"/>
            <a:chExt cx="379379" cy="369332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A3AB3DA2-E92C-F028-D671-12F1118341EF}"/>
                </a:ext>
              </a:extLst>
            </p:cNvPr>
            <p:cNvSpPr/>
            <p:nvPr/>
          </p:nvSpPr>
          <p:spPr>
            <a:xfrm>
              <a:off x="6309571" y="1422711"/>
              <a:ext cx="379379" cy="359924"/>
            </a:xfrm>
            <a:prstGeom prst="rect">
              <a:avLst/>
            </a:prstGeom>
            <a:noFill/>
            <a:ln w="190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 dirty="0">
                <a:solidFill>
                  <a:schemeClr val="tx1">
                    <a:alpha val="16000"/>
                  </a:schemeClr>
                </a:solidFill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E46A9AF1-718E-DE74-5F76-6D67D86B74B6}"/>
                </a:ext>
              </a:extLst>
            </p:cNvPr>
            <p:cNvSpPr txBox="1"/>
            <p:nvPr/>
          </p:nvSpPr>
          <p:spPr>
            <a:xfrm>
              <a:off x="6360278" y="1422711"/>
              <a:ext cx="25374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chemeClr val="tx1">
                      <a:alpha val="44000"/>
                    </a:schemeClr>
                  </a:solidFill>
                </a:rPr>
                <a:t>0</a:t>
              </a:r>
              <a:endParaRPr lang="en-GB" dirty="0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5C59F27-D979-04D9-4C86-6A03727CF23A}"/>
              </a:ext>
            </a:extLst>
          </p:cNvPr>
          <p:cNvGrpSpPr/>
          <p:nvPr/>
        </p:nvGrpSpPr>
        <p:grpSpPr>
          <a:xfrm>
            <a:off x="8114554" y="3234991"/>
            <a:ext cx="379379" cy="369332"/>
            <a:chOff x="6309571" y="1422711"/>
            <a:chExt cx="379379" cy="369332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A748057A-775B-F705-D2B6-33CA648C903E}"/>
                </a:ext>
              </a:extLst>
            </p:cNvPr>
            <p:cNvSpPr/>
            <p:nvPr/>
          </p:nvSpPr>
          <p:spPr>
            <a:xfrm>
              <a:off x="6309571" y="1422711"/>
              <a:ext cx="379379" cy="359924"/>
            </a:xfrm>
            <a:prstGeom prst="rect">
              <a:avLst/>
            </a:prstGeom>
            <a:noFill/>
            <a:ln w="190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 dirty="0">
                <a:solidFill>
                  <a:schemeClr val="tx1">
                    <a:alpha val="16000"/>
                  </a:schemeClr>
                </a:solidFill>
              </a:endParaRP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D8F624E4-6A7F-0B2B-3057-F3FE605CADB5}"/>
                </a:ext>
              </a:extLst>
            </p:cNvPr>
            <p:cNvSpPr txBox="1"/>
            <p:nvPr/>
          </p:nvSpPr>
          <p:spPr>
            <a:xfrm>
              <a:off x="6360278" y="1422711"/>
              <a:ext cx="25374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chemeClr val="tx1">
                      <a:alpha val="44000"/>
                    </a:schemeClr>
                  </a:solidFill>
                </a:rPr>
                <a:t>1</a:t>
              </a:r>
              <a:endParaRPr lang="en-GB" dirty="0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63425E32-9BE1-1977-FA11-5A11C9E23EC7}"/>
              </a:ext>
            </a:extLst>
          </p:cNvPr>
          <p:cNvGrpSpPr/>
          <p:nvPr/>
        </p:nvGrpSpPr>
        <p:grpSpPr>
          <a:xfrm>
            <a:off x="8493933" y="3234991"/>
            <a:ext cx="379379" cy="369332"/>
            <a:chOff x="6309571" y="1422711"/>
            <a:chExt cx="379379" cy="369332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1543095-8981-3B92-2450-4AEE2639494A}"/>
                </a:ext>
              </a:extLst>
            </p:cNvPr>
            <p:cNvSpPr/>
            <p:nvPr/>
          </p:nvSpPr>
          <p:spPr>
            <a:xfrm>
              <a:off x="6309571" y="1422711"/>
              <a:ext cx="379379" cy="359924"/>
            </a:xfrm>
            <a:prstGeom prst="rect">
              <a:avLst/>
            </a:prstGeom>
            <a:noFill/>
            <a:ln w="190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 dirty="0">
                <a:solidFill>
                  <a:schemeClr val="tx1">
                    <a:alpha val="16000"/>
                  </a:schemeClr>
                </a:solidFill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885C96F-E8E7-6488-2189-B32458B35C62}"/>
                </a:ext>
              </a:extLst>
            </p:cNvPr>
            <p:cNvSpPr txBox="1"/>
            <p:nvPr/>
          </p:nvSpPr>
          <p:spPr>
            <a:xfrm>
              <a:off x="6360278" y="1422711"/>
              <a:ext cx="25374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chemeClr val="tx1">
                      <a:alpha val="44000"/>
                    </a:schemeClr>
                  </a:solidFill>
                </a:rPr>
                <a:t>0</a:t>
              </a:r>
              <a:endParaRPr lang="en-GB" dirty="0"/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7146CB83-84CC-ECB1-95DC-1069D8228431}"/>
              </a:ext>
            </a:extLst>
          </p:cNvPr>
          <p:cNvGrpSpPr/>
          <p:nvPr/>
        </p:nvGrpSpPr>
        <p:grpSpPr>
          <a:xfrm>
            <a:off x="6655121" y="4151338"/>
            <a:ext cx="379379" cy="369332"/>
            <a:chOff x="7898099" y="1597969"/>
            <a:chExt cx="379379" cy="369332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704AB8FB-32CD-C54A-51DC-B114443C4702}"/>
                </a:ext>
              </a:extLst>
            </p:cNvPr>
            <p:cNvSpPr/>
            <p:nvPr/>
          </p:nvSpPr>
          <p:spPr>
            <a:xfrm>
              <a:off x="7898099" y="1597969"/>
              <a:ext cx="379379" cy="359924"/>
            </a:xfrm>
            <a:prstGeom prst="rect">
              <a:avLst/>
            </a:prstGeom>
            <a:noFill/>
            <a:ln w="190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 dirty="0">
                <a:solidFill>
                  <a:schemeClr val="tx1">
                    <a:alpha val="16000"/>
                  </a:schemeClr>
                </a:solidFill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1BA94B4-9D60-A697-E2D3-307568F5A371}"/>
                </a:ext>
              </a:extLst>
            </p:cNvPr>
            <p:cNvSpPr txBox="1"/>
            <p:nvPr/>
          </p:nvSpPr>
          <p:spPr>
            <a:xfrm>
              <a:off x="7948806" y="1597969"/>
              <a:ext cx="25374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chemeClr val="tx1">
                      <a:alpha val="44000"/>
                    </a:schemeClr>
                  </a:solidFill>
                </a:rPr>
                <a:t>9</a:t>
              </a:r>
              <a:endParaRPr lang="en-GB" dirty="0"/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665BAAC0-766A-37C0-7088-25D10726ED11}"/>
              </a:ext>
            </a:extLst>
          </p:cNvPr>
          <p:cNvSpPr txBox="1"/>
          <p:nvPr/>
        </p:nvSpPr>
        <p:spPr>
          <a:xfrm>
            <a:off x="4618582" y="3244334"/>
            <a:ext cx="7475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mask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5667B3F-D3E7-1B50-7041-8FE0F0065936}"/>
              </a:ext>
            </a:extLst>
          </p:cNvPr>
          <p:cNvSpPr txBox="1"/>
          <p:nvPr/>
        </p:nvSpPr>
        <p:spPr>
          <a:xfrm>
            <a:off x="4618582" y="4124996"/>
            <a:ext cx="7475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vals</a:t>
            </a:r>
            <a:endParaRPr lang="en-GB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F0775C5-C44F-AC8D-159A-925AF6EA6921}"/>
              </a:ext>
            </a:extLst>
          </p:cNvPr>
          <p:cNvSpPr txBox="1"/>
          <p:nvPr/>
        </p:nvSpPr>
        <p:spPr>
          <a:xfrm>
            <a:off x="4618582" y="5022592"/>
            <a:ext cx="7475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offset</a:t>
            </a: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849272D-9424-D9E0-5776-908E5ACE50A4}"/>
              </a:ext>
            </a:extLst>
          </p:cNvPr>
          <p:cNvGrpSpPr/>
          <p:nvPr/>
        </p:nvGrpSpPr>
        <p:grpSpPr>
          <a:xfrm>
            <a:off x="5484676" y="5005658"/>
            <a:ext cx="379379" cy="369332"/>
            <a:chOff x="6309571" y="1422711"/>
            <a:chExt cx="379379" cy="369332"/>
          </a:xfrm>
        </p:grpSpPr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B1CF5F8E-725D-DDD5-72F3-B954C8B2DFCF}"/>
                </a:ext>
              </a:extLst>
            </p:cNvPr>
            <p:cNvSpPr/>
            <p:nvPr/>
          </p:nvSpPr>
          <p:spPr>
            <a:xfrm>
              <a:off x="6309571" y="1422711"/>
              <a:ext cx="379379" cy="359924"/>
            </a:xfrm>
            <a:prstGeom prst="rect">
              <a:avLst/>
            </a:prstGeom>
            <a:noFill/>
            <a:ln w="190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 dirty="0">
                <a:solidFill>
                  <a:schemeClr val="tx1">
                    <a:alpha val="16000"/>
                  </a:schemeClr>
                </a:solidFill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732A9445-8CFA-8FD9-7E87-8300DA31A51A}"/>
                </a:ext>
              </a:extLst>
            </p:cNvPr>
            <p:cNvSpPr txBox="1"/>
            <p:nvPr/>
          </p:nvSpPr>
          <p:spPr>
            <a:xfrm>
              <a:off x="6360278" y="1422711"/>
              <a:ext cx="25374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chemeClr val="tx1">
                      <a:alpha val="44000"/>
                    </a:schemeClr>
                  </a:solidFill>
                </a:rPr>
                <a:t>0</a:t>
              </a:r>
              <a:endParaRPr lang="en-GB" dirty="0"/>
            </a:p>
          </p:txBody>
        </p:sp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186CFFD3-F8B4-C228-3D48-96674C8CFD36}"/>
              </a:ext>
            </a:extLst>
          </p:cNvPr>
          <p:cNvSpPr txBox="1"/>
          <p:nvPr/>
        </p:nvSpPr>
        <p:spPr>
          <a:xfrm>
            <a:off x="5484676" y="2976398"/>
            <a:ext cx="382356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64 bits (uint64_t) showing which indices are in use</a:t>
            </a:r>
            <a:endParaRPr lang="en-GB" sz="12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BEA27B2-E42C-0D15-DF9D-00F346E88ECE}"/>
              </a:ext>
            </a:extLst>
          </p:cNvPr>
          <p:cNvSpPr txBox="1"/>
          <p:nvPr/>
        </p:nvSpPr>
        <p:spPr>
          <a:xfrm>
            <a:off x="5366104" y="5543317"/>
            <a:ext cx="42808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The ‘block’ structure </a:t>
            </a:r>
            <a:r>
              <a:rPr lang="en-US" sz="1200" b="1"/>
              <a:t>: this block </a:t>
            </a:r>
            <a:r>
              <a:rPr lang="en-US" sz="1200" b="1" dirty="0"/>
              <a:t>represents a[1]=5 and a[3]=9</a:t>
            </a:r>
            <a:endParaRPr lang="en-GB" sz="12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32E45CE-61BB-E60C-BBD2-F906284BA597}"/>
              </a:ext>
            </a:extLst>
          </p:cNvPr>
          <p:cNvSpPr txBox="1"/>
          <p:nvPr/>
        </p:nvSpPr>
        <p:spPr>
          <a:xfrm>
            <a:off x="5442189" y="3862916"/>
            <a:ext cx="34311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 err="1"/>
              <a:t>realloc’d</a:t>
            </a:r>
            <a:r>
              <a:rPr lang="en-US" sz="1200" b="1" dirty="0"/>
              <a:t> array of </a:t>
            </a:r>
            <a:r>
              <a:rPr lang="en-US" sz="1200" b="1" dirty="0" err="1"/>
              <a:t>ints</a:t>
            </a:r>
            <a:r>
              <a:rPr lang="en-US" sz="1200" b="1" dirty="0"/>
              <a:t> containing array values</a:t>
            </a:r>
            <a:endParaRPr lang="en-GB" sz="12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FEFCA74-8C16-F1DB-6601-143E8400D186}"/>
              </a:ext>
            </a:extLst>
          </p:cNvPr>
          <p:cNvSpPr txBox="1"/>
          <p:nvPr/>
        </p:nvSpPr>
        <p:spPr>
          <a:xfrm>
            <a:off x="5420034" y="4741823"/>
            <a:ext cx="28644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integer showing offset to start of indices 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36301800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578E923-9CE7-614B-1115-25BEC7C7152C}"/>
              </a:ext>
            </a:extLst>
          </p:cNvPr>
          <p:cNvSpPr/>
          <p:nvPr/>
        </p:nvSpPr>
        <p:spPr>
          <a:xfrm>
            <a:off x="4572000" y="2140085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CE46A2-C57D-45E3-5AA1-7A21154BE631}"/>
              </a:ext>
            </a:extLst>
          </p:cNvPr>
          <p:cNvSpPr/>
          <p:nvPr/>
        </p:nvSpPr>
        <p:spPr>
          <a:xfrm>
            <a:off x="4572000" y="2500009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3E75FF-3503-4E90-6B60-811E91DC3CA5}"/>
              </a:ext>
            </a:extLst>
          </p:cNvPr>
          <p:cNvSpPr/>
          <p:nvPr/>
        </p:nvSpPr>
        <p:spPr>
          <a:xfrm>
            <a:off x="4572000" y="2859933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629C68F-2AC3-7FDD-FE9E-D1C7540178C5}"/>
              </a:ext>
            </a:extLst>
          </p:cNvPr>
          <p:cNvSpPr/>
          <p:nvPr/>
        </p:nvSpPr>
        <p:spPr>
          <a:xfrm>
            <a:off x="4571999" y="3219857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D5562F-7F71-2A62-8990-7B685D94BFBF}"/>
              </a:ext>
            </a:extLst>
          </p:cNvPr>
          <p:cNvSpPr/>
          <p:nvPr/>
        </p:nvSpPr>
        <p:spPr>
          <a:xfrm>
            <a:off x="4571997" y="4215346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289767-1E89-5F3D-EDE9-92C79F22B3BA}"/>
              </a:ext>
            </a:extLst>
          </p:cNvPr>
          <p:cNvSpPr/>
          <p:nvPr/>
        </p:nvSpPr>
        <p:spPr>
          <a:xfrm>
            <a:off x="4571998" y="4575270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0E0AEB-3CF8-3E07-5CA2-88B7F493698A}"/>
              </a:ext>
            </a:extLst>
          </p:cNvPr>
          <p:cNvSpPr/>
          <p:nvPr/>
        </p:nvSpPr>
        <p:spPr>
          <a:xfrm>
            <a:off x="5361124" y="2500009"/>
            <a:ext cx="379379" cy="359924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>
                    <a:alpha val="16000"/>
                  </a:schemeClr>
                </a:solidFill>
              </a:rPr>
              <a:t> 1</a:t>
            </a:r>
            <a:endParaRPr lang="en-GB" sz="1200" dirty="0">
              <a:solidFill>
                <a:schemeClr val="tx1">
                  <a:alpha val="16000"/>
                </a:schemeClr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07654D5-60FE-9772-AE17-148F5AA0CAB5}"/>
              </a:ext>
            </a:extLst>
          </p:cNvPr>
          <p:cNvSpPr/>
          <p:nvPr/>
        </p:nvSpPr>
        <p:spPr>
          <a:xfrm>
            <a:off x="5740503" y="2500009"/>
            <a:ext cx="379379" cy="35992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tx1">
                    <a:alpha val="44000"/>
                  </a:schemeClr>
                </a:solidFill>
              </a:rPr>
              <a:t>2</a:t>
            </a:r>
            <a:endParaRPr lang="en-GB" sz="1200" b="1" dirty="0">
              <a:solidFill>
                <a:schemeClr val="tx1">
                  <a:alpha val="44000"/>
                </a:schemeClr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4A64AFE-A7F5-93D5-4D04-5D438B11C0A3}"/>
              </a:ext>
            </a:extLst>
          </p:cNvPr>
          <p:cNvCxnSpPr/>
          <p:nvPr/>
        </p:nvCxnSpPr>
        <p:spPr>
          <a:xfrm>
            <a:off x="4781550" y="2663190"/>
            <a:ext cx="525780" cy="0"/>
          </a:xfrm>
          <a:prstGeom prst="straightConnector1">
            <a:avLst/>
          </a:prstGeom>
          <a:ln w="1905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9EA753D1-22D4-0DD5-32D8-9CBDEBC004AA}"/>
              </a:ext>
            </a:extLst>
          </p:cNvPr>
          <p:cNvSpPr/>
          <p:nvPr/>
        </p:nvSpPr>
        <p:spPr>
          <a:xfrm>
            <a:off x="4747260" y="3733800"/>
            <a:ext cx="45719" cy="4571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3021375-BA68-5A67-D51C-1B437C075942}"/>
              </a:ext>
            </a:extLst>
          </p:cNvPr>
          <p:cNvSpPr/>
          <p:nvPr/>
        </p:nvSpPr>
        <p:spPr>
          <a:xfrm>
            <a:off x="4747260" y="3886200"/>
            <a:ext cx="45719" cy="4571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DF8F6E1-6D58-9152-635B-C32182B4B316}"/>
              </a:ext>
            </a:extLst>
          </p:cNvPr>
          <p:cNvSpPr/>
          <p:nvPr/>
        </p:nvSpPr>
        <p:spPr>
          <a:xfrm>
            <a:off x="4747260" y="4038600"/>
            <a:ext cx="45719" cy="4571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60A9B999-AB80-E27F-E282-82B966A29EEE}"/>
              </a:ext>
            </a:extLst>
          </p:cNvPr>
          <p:cNvSpPr/>
          <p:nvPr/>
        </p:nvSpPr>
        <p:spPr>
          <a:xfrm>
            <a:off x="4718050" y="2273624"/>
            <a:ext cx="106680" cy="9905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3147626C-0688-E86E-3C8A-53DF37C73CFC}"/>
              </a:ext>
            </a:extLst>
          </p:cNvPr>
          <p:cNvSpPr/>
          <p:nvPr/>
        </p:nvSpPr>
        <p:spPr>
          <a:xfrm>
            <a:off x="4728210" y="4689087"/>
            <a:ext cx="106680" cy="9905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4FDFC28-7759-14E9-F18A-3CB485C95895}"/>
              </a:ext>
            </a:extLst>
          </p:cNvPr>
          <p:cNvSpPr/>
          <p:nvPr/>
        </p:nvSpPr>
        <p:spPr>
          <a:xfrm>
            <a:off x="4693920" y="2993812"/>
            <a:ext cx="106680" cy="9905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0F5982E-C8AA-B336-7B9C-53D9D5CFF57A}"/>
              </a:ext>
            </a:extLst>
          </p:cNvPr>
          <p:cNvSpPr/>
          <p:nvPr/>
        </p:nvSpPr>
        <p:spPr>
          <a:xfrm>
            <a:off x="4718050" y="4344480"/>
            <a:ext cx="106680" cy="9905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3BB708C-3177-199E-E30B-3DDF1983FF88}"/>
              </a:ext>
            </a:extLst>
          </p:cNvPr>
          <p:cNvSpPr/>
          <p:nvPr/>
        </p:nvSpPr>
        <p:spPr>
          <a:xfrm>
            <a:off x="4705931" y="3355494"/>
            <a:ext cx="106680" cy="9905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E8724C-6B77-7624-D27D-F518F57FD36C}"/>
              </a:ext>
            </a:extLst>
          </p:cNvPr>
          <p:cNvSpPr txBox="1"/>
          <p:nvPr/>
        </p:nvSpPr>
        <p:spPr>
          <a:xfrm>
            <a:off x="4143643" y="2140085"/>
            <a:ext cx="461665" cy="2795108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GB" i="1" dirty="0"/>
              <a:t>Row Pointer Table</a:t>
            </a:r>
          </a:p>
        </p:txBody>
      </p:sp>
    </p:spTree>
    <p:extLst>
      <p:ext uri="{BB962C8B-B14F-4D97-AF65-F5344CB8AC3E}">
        <p14:creationId xmlns:p14="http://schemas.microsoft.com/office/powerpoint/2010/main" val="3388442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87</Words>
  <Application>Microsoft Office PowerPoint</Application>
  <PresentationFormat>Widescreen</PresentationFormat>
  <Paragraphs>39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Neill Campbell</dc:creator>
  <cp:lastModifiedBy>Neill Campbell</cp:lastModifiedBy>
  <cp:revision>1</cp:revision>
  <dcterms:created xsi:type="dcterms:W3CDTF">2023-11-28T14:29:18Z</dcterms:created>
  <dcterms:modified xsi:type="dcterms:W3CDTF">2025-11-24T08:12:52Z</dcterms:modified>
</cp:coreProperties>
</file>